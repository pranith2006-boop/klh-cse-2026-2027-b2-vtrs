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slideMasters/slideMaster1.xml" ContentType="application/vnd.openxmlformats-officedocument.presentationml.slideMaster+xml"/>
  <Override PartName="/ppt/slideMasters/slideMaster12.xml" ContentType="application/vnd.openxmlformats-officedocument.presentationml.slideMaster+xml"/>
  <Override PartName="/ppt/theme/theme1.xml" ContentType="application/vnd.openxmlformats-officedocument.theme+xml"/>
  <Override PartName="/ppt/theme/theme23.xml" ContentType="application/vnd.openxmlformats-officedocument.theme+xml"/>
  <Override PartName="/ppt/theme/theme2.xml" ContentType="application/vnd.openxmlformats-officedocument.theme+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22.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3.svg" ContentType="image/sv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2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914400">
              <a:lnSpc>
                <a:spcPct val="90000"/>
              </a:lnSpc>
              <a:tabLst>
                <a:tab pos="0" algn="l"/>
              </a:tabLst>
            </a:pPr>
            <a:r>
              <a:rPr lang="en-US" sz="6000" b="0" u="none" strike="noStrike">
                <a:solidFill>
                  <a:schemeClr val="dk1"/>
                </a:solidFill>
                <a:effectLst/>
                <a:uFillTx/>
                <a:latin typeface="Aptos Display"/>
              </a:rPr>
              <a:t>Click to move the slide</a:t>
            </a:r>
            <a:endParaRPr lang="en-US" sz="6000" b="0" u="none" strike="noStrike">
              <a:solidFill>
                <a:schemeClr val="dk1"/>
              </a:solidFill>
              <a:effectLst/>
              <a:uFillTx/>
              <a:latin typeface="Aptos Display"/>
            </a:endParaRPr>
          </a:p>
        </p:txBody>
      </p:sp>
      <p:sp>
        <p:nvSpPr>
          <p:cNvPr id="12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128"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&lt;header&gt;</a:t>
            </a:r>
            <a:endParaRPr lang="en-IN" sz="1400" b="0" u="none" strike="noStrike">
              <a:solidFill>
                <a:srgbClr val="000000"/>
              </a:solidFill>
              <a:effectLst/>
              <a:uFillTx/>
              <a:latin typeface="Times New Roman"/>
            </a:endParaRPr>
          </a:p>
        </p:txBody>
      </p:sp>
      <p:sp>
        <p:nvSpPr>
          <p:cNvPr id="129" name="PlaceHolder 4"/>
          <p:cNvSpPr>
            <a:spLocks noGrp="1"/>
          </p:cNvSpPr>
          <p:nvPr>
            <p:ph type="dt" idx="70"/>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30" name="PlaceHolder 5"/>
          <p:cNvSpPr>
            <a:spLocks noGrp="1"/>
          </p:cNvSpPr>
          <p:nvPr>
            <p:ph type="ftr" idx="71"/>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31" name="PlaceHolder 6"/>
          <p:cNvSpPr>
            <a:spLocks noGrp="1"/>
          </p:cNvSpPr>
          <p:nvPr>
            <p:ph type="sldNum" idx="72"/>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D286184F-1C62-44EB-9D6F-7E3544A25854}" type="slidenum">
              <a:rPr lang="en-IN"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685800" y="1143000"/>
            <a:ext cx="5485680" cy="3085560"/>
          </a:xfrm>
          <a:prstGeom prst="rect">
            <a:avLst/>
          </a:prstGeom>
          <a:ln w="0">
            <a:noFill/>
          </a:ln>
        </p:spPr>
      </p:sp>
      <p:sp>
        <p:nvSpPr>
          <p:cNvPr id="19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94" name="PlaceHolder 3"/>
          <p:cNvSpPr>
            <a:spLocks noGrp="1"/>
          </p:cNvSpPr>
          <p:nvPr>
            <p:ph type="sldNum" idx="8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B4D6DF6E-6D46-460F-8EA4-5260E83A7892}"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685800" y="1143000"/>
            <a:ext cx="5485680" cy="3085560"/>
          </a:xfrm>
          <a:prstGeom prst="rect">
            <a:avLst/>
          </a:prstGeom>
          <a:ln w="0">
            <a:noFill/>
          </a:ln>
        </p:spPr>
      </p:sp>
      <p:sp>
        <p:nvSpPr>
          <p:cNvPr id="19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97" name="PlaceHolder 3"/>
          <p:cNvSpPr>
            <a:spLocks noGrp="1"/>
          </p:cNvSpPr>
          <p:nvPr>
            <p:ph type="sldNum" idx="8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7A5CBE03-2D10-403B-BB45-FD02109DC98E}"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51A55FC5-651B-4740-8D93-D1C915A4899E}" type="slidenum">
              <a:rPr lang="en-US"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the title text format</a:t>
            </a:r>
            <a:endParaRPr lang="en-US" sz="4400" b="0" u="none" strike="noStrike">
              <a:solidFill>
                <a:schemeClr val="dk1"/>
              </a:solidFill>
              <a:effectLst/>
              <a:uFillTx/>
              <a:latin typeface="Aptos Display"/>
            </a:endParaRPr>
          </a:p>
        </p:txBody>
      </p:sp>
      <p:sp>
        <p:nvSpPr>
          <p:cNvPr id="6"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Aptos Display"/>
              </a:defRPr>
            </a:lvl1pPr>
          </a:lstStyle>
          <a:p>
            <a:pPr indent="0" algn="l"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8" name="PlaceHolder 2"/>
          <p:cNvSpPr>
            <a:spLocks noGrp="1"/>
          </p:cNvSpPr>
          <p:nvPr>
            <p:ph type="body"/>
          </p:nvPr>
        </p:nvSpPr>
        <p:spPr>
          <a:xfrm>
            <a:off x="5183280" y="987480"/>
            <a:ext cx="6171480" cy="4872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US" sz="32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US" sz="28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US" sz="24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US" sz="20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US" sz="2000" b="0" u="none" strike="noStrike">
              <a:solidFill>
                <a:schemeClr val="dk1"/>
              </a:solidFill>
              <a:effectLst/>
              <a:uFillTx/>
              <a:latin typeface="Aptos"/>
            </a:endParaRPr>
          </a:p>
        </p:txBody>
      </p:sp>
      <p:sp>
        <p:nvSpPr>
          <p:cNvPr id="9"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10" name="PlaceHolder 4"/>
          <p:cNvSpPr>
            <a:spLocks noGrp="1"/>
          </p:cNvSpPr>
          <p:nvPr>
            <p:ph type="dt" idx="4"/>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F9644F29-9DAC-42E5-8B46-E1B14F173A37}" type="slidenum">
              <a:rPr lang="en-US"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Aptos Display"/>
              </a:defRPr>
            </a:lvl1pPr>
          </a:lstStyle>
          <a:p>
            <a:pPr indent="0" algn="l"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14" name="PlaceHolder 2"/>
          <p:cNvSpPr>
            <a:spLocks noGrp="1"/>
          </p:cNvSpPr>
          <p:nvPr>
            <p:ph type="pic"/>
          </p:nvPr>
        </p:nvSpPr>
        <p:spPr>
          <a:xfrm>
            <a:off x="5183280" y="987480"/>
            <a:ext cx="6171480" cy="4872960"/>
          </a:xfrm>
          <a:prstGeom prst="rect">
            <a:avLst/>
          </a:prstGeom>
          <a:noFill/>
          <a:ln w="0">
            <a:noFill/>
          </a:ln>
        </p:spPr>
        <p:txBody>
          <a:bodyPr lIns="90000" tIns="45000" rIns="90000" bIns="45000" anchor="t">
            <a:noAutofit/>
          </a:bodyPr>
          <a:p>
            <a:pPr indent="0" algn="l">
              <a:buNone/>
            </a:pPr>
            <a:r>
              <a:rPr lang="en-IN" sz="1800" b="0" u="none" strike="noStrike">
                <a:solidFill>
                  <a:srgbClr val="000000"/>
                </a:solidFill>
                <a:effectLst/>
                <a:uFillTx/>
                <a:latin typeface="Arial"/>
              </a:rPr>
              <a:t>Double-click to add an Image</a:t>
            </a:r>
            <a:endParaRPr lang="en-IN" sz="1800" b="0" u="none" strike="noStrike">
              <a:solidFill>
                <a:srgbClr val="000000"/>
              </a:solidFill>
              <a:effectLst/>
              <a:uFillTx/>
              <a:latin typeface="Arial"/>
            </a:endParaRPr>
          </a:p>
        </p:txBody>
      </p:sp>
      <p:sp>
        <p:nvSpPr>
          <p:cNvPr id="15"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16" name="PlaceHolder 4"/>
          <p:cNvSpPr>
            <a:spLocks noGrp="1"/>
          </p:cNvSpPr>
          <p:nvPr>
            <p:ph type="dt" idx="7"/>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17" name="PlaceHolder 5"/>
          <p:cNvSpPr>
            <a:spLocks noGrp="1"/>
          </p:cNvSpPr>
          <p:nvPr>
            <p:ph type="ftr" idx="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8" name="PlaceHolder 6"/>
          <p:cNvSpPr>
            <a:spLocks noGrp="1"/>
          </p:cNvSpPr>
          <p:nvPr>
            <p:ph type="sldNum" idx="9"/>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EF397461-3028-4E81-AE3C-5A499F8DABC9}" type="slidenum">
              <a:rPr lang="en-US"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1523880" y="1122480"/>
            <a:ext cx="9143280" cy="238680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n-US" sz="6000" b="0" u="none" strike="noStrike">
                <a:solidFill>
                  <a:schemeClr val="dk1"/>
                </a:solidFill>
                <a:effectLst/>
                <a:uFillTx/>
                <a:latin typeface="Aptos Display"/>
              </a:defRPr>
            </a:lvl1pPr>
          </a:lstStyle>
          <a:p>
            <a:pPr indent="0" algn="ctr"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20" name="PlaceHolder 2"/>
          <p:cNvSpPr>
            <a:spLocks noGrp="1"/>
          </p:cNvSpPr>
          <p:nvPr>
            <p:ph type="dt" idx="13"/>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21" name="PlaceHolder 3"/>
          <p:cNvSpPr>
            <a:spLocks noGrp="1"/>
          </p:cNvSpPr>
          <p:nvPr>
            <p:ph type="ftr" idx="14"/>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2" name="PlaceHolder 4"/>
          <p:cNvSpPr>
            <a:spLocks noGrp="1"/>
          </p:cNvSpPr>
          <p:nvPr>
            <p:ph type="sldNum" idx="15"/>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9903AFCD-9FEF-442A-BFF4-CBC9B2A88560}" type="slidenum">
              <a:rPr lang="en-US"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
        <p:nvSpPr>
          <p:cNvPr id="23"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1523880" y="1122480"/>
            <a:ext cx="9143280" cy="238680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n-US" sz="6000" b="0" u="none" strike="noStrike">
                <a:solidFill>
                  <a:schemeClr val="dk1"/>
                </a:solidFill>
                <a:effectLst/>
                <a:uFillTx/>
                <a:latin typeface="Aptos Display"/>
              </a:defRPr>
            </a:lvl1pPr>
          </a:lstStyle>
          <a:p>
            <a:pPr indent="0" algn="ctr"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20" name="PlaceHolder 2"/>
          <p:cNvSpPr>
            <a:spLocks noGrp="1"/>
          </p:cNvSpPr>
          <p:nvPr>
            <p:ph type="dt" idx="10"/>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21" name="PlaceHolder 3"/>
          <p:cNvSpPr>
            <a:spLocks noGrp="1"/>
          </p:cNvSpPr>
          <p:nvPr>
            <p:ph type="ftr" idx="1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2" name="PlaceHolder 4"/>
          <p:cNvSpPr>
            <a:spLocks noGrp="1"/>
          </p:cNvSpPr>
          <p:nvPr>
            <p:ph type="sldNum" idx="1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11E3A06-388C-4471-AE43-65C2AAC2071C}" type="slidenum">
              <a:rPr lang="en-US"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
        <p:nvSpPr>
          <p:cNvPr id="23"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30"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1" name="PlaceHolder 3"/>
          <p:cNvSpPr>
            <a:spLocks noGrp="1"/>
          </p:cNvSpPr>
          <p:nvPr>
            <p:ph type="dt" idx="16"/>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2" name="PlaceHolder 4"/>
          <p:cNvSpPr>
            <a:spLocks noGrp="1"/>
          </p:cNvSpPr>
          <p:nvPr>
            <p:ph type="ftr" idx="17"/>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3" name="PlaceHolder 5"/>
          <p:cNvSpPr>
            <a:spLocks noGrp="1"/>
          </p:cNvSpPr>
          <p:nvPr>
            <p:ph type="sldNum" idx="18"/>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21AF6650-5928-4D9D-A156-D7618D2EDEA8}" type="slidenum">
              <a:rPr lang="en-US"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724960" y="365040"/>
            <a:ext cx="2628360" cy="5811120"/>
          </a:xfrm>
          <a:prstGeom prst="rect">
            <a:avLst/>
          </a:prstGeom>
          <a:noFill/>
          <a:ln w="0">
            <a:noFill/>
          </a:ln>
        </p:spPr>
        <p:txBody>
          <a:bodyPr lIns="91440" tIns="45720" rIns="91440" bIns="45720" anchor="ctr" vert="eaVert">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35" name="PlaceHolder 2"/>
          <p:cNvSpPr>
            <a:spLocks noGrp="1"/>
          </p:cNvSpPr>
          <p:nvPr>
            <p:ph type="body"/>
          </p:nvPr>
        </p:nvSpPr>
        <p:spPr>
          <a:xfrm>
            <a:off x="838080" y="365040"/>
            <a:ext cx="7733520" cy="581112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6" name="PlaceHolder 3"/>
          <p:cNvSpPr>
            <a:spLocks noGrp="1"/>
          </p:cNvSpPr>
          <p:nvPr>
            <p:ph type="dt" idx="19"/>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7" name="PlaceHolder 4"/>
          <p:cNvSpPr>
            <a:spLocks noGrp="1"/>
          </p:cNvSpPr>
          <p:nvPr>
            <p:ph type="ftr" idx="20"/>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8" name="PlaceHolder 5"/>
          <p:cNvSpPr>
            <a:spLocks noGrp="1"/>
          </p:cNvSpPr>
          <p:nvPr>
            <p:ph type="sldNum" idx="21"/>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9AA6465E-D457-4135-B0F3-B1352F610DE6}" type="slidenum">
              <a:rPr lang="en-US"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40"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41" name="PlaceHolder 3"/>
          <p:cNvSpPr>
            <a:spLocks noGrp="1"/>
          </p:cNvSpPr>
          <p:nvPr>
            <p:ph type="dt" idx="22"/>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42" name="PlaceHolder 4"/>
          <p:cNvSpPr>
            <a:spLocks noGrp="1"/>
          </p:cNvSpPr>
          <p:nvPr>
            <p:ph type="ftr" idx="23"/>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3" name="PlaceHolder 5"/>
          <p:cNvSpPr>
            <a:spLocks noGrp="1"/>
          </p:cNvSpPr>
          <p:nvPr>
            <p:ph type="sldNum" idx="24"/>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E799E6BA-351E-4424-8762-5CF6AC64838B}" type="slidenum">
              <a:rPr lang="en-US"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1960" y="1709640"/>
            <a:ext cx="10514880" cy="285192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6000" b="0" u="none" strike="noStrike">
                <a:solidFill>
                  <a:schemeClr val="dk1"/>
                </a:solidFill>
                <a:effectLst/>
                <a:uFillTx/>
                <a:latin typeface="Aptos Display"/>
              </a:defRPr>
            </a:lvl1pPr>
          </a:lstStyle>
          <a:p>
            <a:pPr indent="0" algn="l"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45" name="PlaceHolder 2"/>
          <p:cNvSpPr>
            <a:spLocks noGrp="1"/>
          </p:cNvSpPr>
          <p:nvPr>
            <p:ph type="body"/>
          </p:nvPr>
        </p:nvSpPr>
        <p:spPr>
          <a:xfrm>
            <a:off x="831960" y="4589640"/>
            <a:ext cx="10514880" cy="14994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82000"/>
                  </a:schemeClr>
                </a:solidFill>
                <a:effectLst/>
                <a:uFillTx/>
                <a:latin typeface="Aptos"/>
              </a:defRPr>
            </a:lvl1pPr>
          </a:lstStyle>
          <a:p>
            <a:pPr indent="0" algn="l"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endParaRPr lang="en-US" sz="2400" b="0" u="none" strike="noStrike">
              <a:solidFill>
                <a:schemeClr val="dk1">
                  <a:tint val="82000"/>
                </a:schemeClr>
              </a:solidFill>
              <a:effectLst/>
              <a:uFillTx/>
              <a:latin typeface="Aptos"/>
            </a:endParaRPr>
          </a:p>
        </p:txBody>
      </p:sp>
      <p:sp>
        <p:nvSpPr>
          <p:cNvPr id="46" name="PlaceHolder 3"/>
          <p:cNvSpPr>
            <a:spLocks noGrp="1"/>
          </p:cNvSpPr>
          <p:nvPr>
            <p:ph type="dt" idx="25"/>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47" name="PlaceHolder 4"/>
          <p:cNvSpPr>
            <a:spLocks noGrp="1"/>
          </p:cNvSpPr>
          <p:nvPr>
            <p:ph type="ftr" idx="26"/>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8" name="PlaceHolder 5"/>
          <p:cNvSpPr>
            <a:spLocks noGrp="1"/>
          </p:cNvSpPr>
          <p:nvPr>
            <p:ph type="sldNum" idx="27"/>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7B4E1534-4880-4228-8D92-9A4990A1FC29}" type="slidenum">
              <a:rPr lang="en-US"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50" name="PlaceHolder 2"/>
          <p:cNvSpPr>
            <a:spLocks noGrp="1"/>
          </p:cNvSpPr>
          <p:nvPr>
            <p:ph type="body"/>
          </p:nvPr>
        </p:nvSpPr>
        <p:spPr>
          <a:xfrm>
            <a:off x="83808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51" name="PlaceHolder 3"/>
          <p:cNvSpPr>
            <a:spLocks noGrp="1"/>
          </p:cNvSpPr>
          <p:nvPr>
            <p:ph type="body"/>
          </p:nvPr>
        </p:nvSpPr>
        <p:spPr>
          <a:xfrm>
            <a:off x="617220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52" name="PlaceHolder 4"/>
          <p:cNvSpPr>
            <a:spLocks noGrp="1"/>
          </p:cNvSpPr>
          <p:nvPr>
            <p:ph type="dt" idx="28"/>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0D233495-A1EB-477B-A25A-FB45C813D35C}" type="slidenum">
              <a:rPr lang="en-US"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8398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56" name="PlaceHolder 2"/>
          <p:cNvSpPr>
            <a:spLocks noGrp="1"/>
          </p:cNvSpPr>
          <p:nvPr>
            <p:ph type="body"/>
          </p:nvPr>
        </p:nvSpPr>
        <p:spPr>
          <a:xfrm>
            <a:off x="839880" y="1681200"/>
            <a:ext cx="515700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57" name="PlaceHolder 3"/>
          <p:cNvSpPr>
            <a:spLocks noGrp="1"/>
          </p:cNvSpPr>
          <p:nvPr>
            <p:ph type="body"/>
          </p:nvPr>
        </p:nvSpPr>
        <p:spPr>
          <a:xfrm>
            <a:off x="839880" y="2505240"/>
            <a:ext cx="515700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58" name="PlaceHolder 4"/>
          <p:cNvSpPr>
            <a:spLocks noGrp="1"/>
          </p:cNvSpPr>
          <p:nvPr>
            <p:ph type="body"/>
          </p:nvPr>
        </p:nvSpPr>
        <p:spPr>
          <a:xfrm>
            <a:off x="6172200" y="1681200"/>
            <a:ext cx="518256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59" name="PlaceHolder 5"/>
          <p:cNvSpPr>
            <a:spLocks noGrp="1"/>
          </p:cNvSpPr>
          <p:nvPr>
            <p:ph type="body"/>
          </p:nvPr>
        </p:nvSpPr>
        <p:spPr>
          <a:xfrm>
            <a:off x="6172200" y="2505240"/>
            <a:ext cx="518256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60" name="PlaceHolder 6"/>
          <p:cNvSpPr>
            <a:spLocks noGrp="1"/>
          </p:cNvSpPr>
          <p:nvPr>
            <p:ph type="dt" idx="3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61" name="PlaceHolder 7"/>
          <p:cNvSpPr>
            <a:spLocks noGrp="1"/>
          </p:cNvSpPr>
          <p:nvPr>
            <p:ph type="ftr" idx="3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2" name="PlaceHolder 8"/>
          <p:cNvSpPr>
            <a:spLocks noGrp="1"/>
          </p:cNvSpPr>
          <p:nvPr>
            <p:ph type="sldNum" idx="3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0C992EA3-FFC2-452A-9618-228676EF1E1F}" type="slidenum">
              <a:rPr lang="en-US"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64" name="PlaceHolder 2"/>
          <p:cNvSpPr>
            <a:spLocks noGrp="1"/>
          </p:cNvSpPr>
          <p:nvPr>
            <p:ph type="dt" idx="34"/>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65" name="PlaceHolder 3"/>
          <p:cNvSpPr>
            <a:spLocks noGrp="1"/>
          </p:cNvSpPr>
          <p:nvPr>
            <p:ph type="ftr" idx="3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6" name="PlaceHolder 4"/>
          <p:cNvSpPr>
            <a:spLocks noGrp="1"/>
          </p:cNvSpPr>
          <p:nvPr>
            <p:ph type="sldNum" idx="3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4DEAE22-825E-4871-952F-6B2D4760804A}" type="slidenum">
              <a:rPr lang="en-US"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
    <p:bg>
      <p:bgPr>
        <a:solidFill>
          <a:srgbClr val="FFFFFF"/>
        </a:solidFill>
      </p:bgPr>
    </p:bg>
    <p:spTree>
      <p:nvGrpSpPr>
        <p:cNvPr id="1" name=""/>
        <p:cNvGrpSpPr/>
        <p:nvPr/>
      </p:nvGrpSpPr>
      <p:grpSpPr>
        <a:xfrm>
          <a:off x="0" y="0"/>
          <a:ext cx="0" cy="0"/>
          <a:chOff x="0" y="0"/>
          <a:chExt cx="0" cy="0"/>
        </a:xfrm>
      </p:grpSpPr>
      <p:sp>
        <p:nvSpPr>
          <p:cNvPr id="67" name="PlaceHolder 1"/>
          <p:cNvSpPr>
            <a:spLocks noGrp="1"/>
          </p:cNvSpPr>
          <p:nvPr>
            <p:ph type="dt" idx="37"/>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68" name="PlaceHolder 2"/>
          <p:cNvSpPr>
            <a:spLocks noGrp="1"/>
          </p:cNvSpPr>
          <p:nvPr>
            <p:ph type="ftr" idx="38"/>
          </p:nvPr>
        </p:nvSpPr>
        <p:spPr>
          <a:xfrm>
            <a:off x="4038480" y="6356520"/>
            <a:ext cx="411408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IN" sz="1200" b="0" u="none" strike="noStrike">
                <a:solidFill>
                  <a:schemeClr val="dk1">
                    <a:tint val="75000"/>
                  </a:schemeClr>
                </a:solidFill>
                <a:effectLst/>
                <a:uFillTx/>
                <a:latin typeface="Calibri"/>
              </a:rPr>
              <a:t>&lt;footer&gt;</a:t>
            </a:r>
            <a:endParaRPr lang="en-IN" sz="1200" b="0" u="none" strike="noStrike">
              <a:solidFill>
                <a:srgbClr val="000000"/>
              </a:solidFill>
              <a:effectLst/>
              <a:uFillTx/>
              <a:latin typeface="Times New Roman"/>
            </a:endParaRPr>
          </a:p>
        </p:txBody>
      </p:sp>
      <p:sp>
        <p:nvSpPr>
          <p:cNvPr id="69" name="PlaceHolder 3"/>
          <p:cNvSpPr>
            <a:spLocks noGrp="1"/>
          </p:cNvSpPr>
          <p:nvPr>
            <p:ph type="sldNum" idx="39"/>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1EF26C64-E5E4-404B-9C6A-BA5F31BD148F}" type="slidenum">
              <a:rPr lang="en-IN"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
        <p:nvSpPr>
          <p:cNvPr id="70" name="PlaceHolder 4"/>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the title text format</a:t>
            </a:r>
            <a:endParaRPr lang="en-US" sz="4400" b="0" u="none" strike="noStrike">
              <a:solidFill>
                <a:schemeClr val="dk1"/>
              </a:solidFill>
              <a:effectLst/>
              <a:uFillTx/>
              <a:latin typeface="Calibri Light"/>
            </a:endParaRPr>
          </a:p>
        </p:txBody>
      </p:sp>
      <p:sp>
        <p:nvSpPr>
          <p:cNvPr id="71"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the outline text format</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Outline Level</a:t>
            </a:r>
            <a:endParaRPr lang="en-US" sz="1800" b="0" u="none" strike="noStrike">
              <a:solidFill>
                <a:schemeClr val="dk1"/>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Calibri Light"/>
              </a:defRPr>
            </a:lvl1pPr>
          </a:lstStyle>
          <a:p>
            <a:pPr indent="0" algn="l" defTabSz="914400">
              <a:lnSpc>
                <a:spcPct val="90000"/>
              </a:lnSpc>
              <a:buNone/>
              <a:tabLst>
                <a:tab pos="0" algn="l"/>
              </a:tabLst>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73" name="PlaceHolder 2"/>
          <p:cNvSpPr>
            <a:spLocks noGrp="1"/>
          </p:cNvSpPr>
          <p:nvPr>
            <p:ph type="body"/>
          </p:nvPr>
        </p:nvSpPr>
        <p:spPr>
          <a:xfrm>
            <a:off x="5183280" y="987480"/>
            <a:ext cx="6171480" cy="4872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74"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75" name="PlaceHolder 4"/>
          <p:cNvSpPr>
            <a:spLocks noGrp="1"/>
          </p:cNvSpPr>
          <p:nvPr>
            <p:ph type="dt" idx="40"/>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76" name="PlaceHolder 5"/>
          <p:cNvSpPr>
            <a:spLocks noGrp="1"/>
          </p:cNvSpPr>
          <p:nvPr>
            <p:ph type="ftr" idx="41"/>
          </p:nvPr>
        </p:nvSpPr>
        <p:spPr>
          <a:xfrm>
            <a:off x="4038480" y="6356520"/>
            <a:ext cx="411408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IN" sz="1200" b="0" u="none" strike="noStrike">
                <a:solidFill>
                  <a:schemeClr val="dk1">
                    <a:tint val="75000"/>
                  </a:schemeClr>
                </a:solidFill>
                <a:effectLst/>
                <a:uFillTx/>
                <a:latin typeface="Calibri"/>
              </a:rPr>
              <a:t>&lt;footer&gt;</a:t>
            </a:r>
            <a:endParaRPr lang="en-IN" sz="1200" b="0" u="none" strike="noStrike">
              <a:solidFill>
                <a:srgbClr val="000000"/>
              </a:solidFill>
              <a:effectLst/>
              <a:uFillTx/>
              <a:latin typeface="Times New Roman"/>
            </a:endParaRPr>
          </a:p>
        </p:txBody>
      </p:sp>
      <p:sp>
        <p:nvSpPr>
          <p:cNvPr id="77" name="PlaceHolder 6"/>
          <p:cNvSpPr>
            <a:spLocks noGrp="1"/>
          </p:cNvSpPr>
          <p:nvPr>
            <p:ph type="sldNum" idx="4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F39BCEB3-09FE-4636-A845-5C76CEE41548}" type="slidenum">
              <a:rPr lang="en-IN"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0">
    <p:bg>
      <p:bgPr>
        <a:solidFill>
          <a:srgbClr val="FFFFFF"/>
        </a:solidFill>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Calibri Light"/>
              </a:defRPr>
            </a:lvl1pPr>
          </a:lstStyle>
          <a:p>
            <a:pPr indent="0" algn="l" defTabSz="914400">
              <a:lnSpc>
                <a:spcPct val="90000"/>
              </a:lnSpc>
              <a:buNone/>
              <a:tabLst>
                <a:tab pos="0" algn="l"/>
              </a:tabLst>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79" name="PlaceHolder 2"/>
          <p:cNvSpPr>
            <a:spLocks noGrp="1"/>
          </p:cNvSpPr>
          <p:nvPr>
            <p:ph type="pic"/>
          </p:nvPr>
        </p:nvSpPr>
        <p:spPr>
          <a:xfrm>
            <a:off x="5183280" y="987480"/>
            <a:ext cx="6171480" cy="4872960"/>
          </a:xfrm>
          <a:prstGeom prst="rect">
            <a:avLst/>
          </a:prstGeom>
          <a:noFill/>
          <a:ln w="0">
            <a:noFill/>
          </a:ln>
        </p:spPr>
        <p:txBody>
          <a:bodyPr lIns="90000" tIns="45000" rIns="90000" bIns="45000" anchor="t">
            <a:noAutofit/>
          </a:bodyPr>
          <a:p>
            <a:pPr indent="0" algn="l">
              <a:buNone/>
            </a:pPr>
            <a:r>
              <a:rPr lang="en-IN" sz="1800" b="0" u="none" strike="noStrike">
                <a:solidFill>
                  <a:srgbClr val="000000"/>
                </a:solidFill>
                <a:effectLst/>
                <a:uFillTx/>
                <a:latin typeface="Arial"/>
              </a:rPr>
              <a:t>Double-click to add an Image</a:t>
            </a:r>
            <a:endParaRPr lang="en-IN" sz="1800" b="0" u="none" strike="noStrike">
              <a:solidFill>
                <a:srgbClr val="000000"/>
              </a:solidFill>
              <a:effectLst/>
              <a:uFillTx/>
              <a:latin typeface="Arial"/>
            </a:endParaRPr>
          </a:p>
        </p:txBody>
      </p:sp>
      <p:sp>
        <p:nvSpPr>
          <p:cNvPr id="80"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81" name="PlaceHolder 4"/>
          <p:cNvSpPr>
            <a:spLocks noGrp="1"/>
          </p:cNvSpPr>
          <p:nvPr>
            <p:ph type="dt" idx="43"/>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82" name="PlaceHolder 5"/>
          <p:cNvSpPr>
            <a:spLocks noGrp="1"/>
          </p:cNvSpPr>
          <p:nvPr>
            <p:ph type="ftr" idx="44"/>
          </p:nvPr>
        </p:nvSpPr>
        <p:spPr>
          <a:xfrm>
            <a:off x="4038480" y="6356520"/>
            <a:ext cx="411408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IN" sz="1200" b="0" u="none" strike="noStrike">
                <a:solidFill>
                  <a:schemeClr val="dk1">
                    <a:tint val="75000"/>
                  </a:schemeClr>
                </a:solidFill>
                <a:effectLst/>
                <a:uFillTx/>
                <a:latin typeface="Calibri"/>
              </a:rPr>
              <a:t>&lt;footer&gt;</a:t>
            </a:r>
            <a:endParaRPr lang="en-IN" sz="1200" b="0" u="none" strike="noStrike">
              <a:solidFill>
                <a:srgbClr val="000000"/>
              </a:solidFill>
              <a:effectLst/>
              <a:uFillTx/>
              <a:latin typeface="Times New Roman"/>
            </a:endParaRPr>
          </a:p>
        </p:txBody>
      </p:sp>
      <p:sp>
        <p:nvSpPr>
          <p:cNvPr id="83" name="PlaceHolder 6"/>
          <p:cNvSpPr>
            <a:spLocks noGrp="1"/>
          </p:cNvSpPr>
          <p:nvPr>
            <p:ph type="sldNum" idx="45"/>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5169342-1BF2-49EF-86FE-FEF7D02B7C25}" type="slidenum">
              <a:rPr lang="en-IN"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1523880" y="1122480"/>
            <a:ext cx="9143280" cy="238680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n-US" sz="6000" b="0" u="none" strike="noStrike">
                <a:solidFill>
                  <a:schemeClr val="dk1"/>
                </a:solidFill>
                <a:effectLst/>
                <a:uFillTx/>
                <a:latin typeface="Calibri Light"/>
              </a:defRPr>
            </a:lvl1pPr>
          </a:lstStyle>
          <a:p>
            <a:pPr indent="0" algn="ctr" defTabSz="914400">
              <a:lnSpc>
                <a:spcPct val="90000"/>
              </a:lnSpc>
              <a:buNone/>
              <a:tabLst>
                <a:tab pos="0" algn="l"/>
              </a:tabLst>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Light"/>
            </a:endParaRPr>
          </a:p>
        </p:txBody>
      </p:sp>
      <p:sp>
        <p:nvSpPr>
          <p:cNvPr id="85" name="PlaceHolder 2"/>
          <p:cNvSpPr>
            <a:spLocks noGrp="1"/>
          </p:cNvSpPr>
          <p:nvPr>
            <p:ph type="dt" idx="46"/>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86" name="PlaceHolder 3"/>
          <p:cNvSpPr>
            <a:spLocks noGrp="1"/>
          </p:cNvSpPr>
          <p:nvPr>
            <p:ph type="ftr" idx="47"/>
          </p:nvPr>
        </p:nvSpPr>
        <p:spPr>
          <a:xfrm>
            <a:off x="4038480" y="6356520"/>
            <a:ext cx="411408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IN" sz="1200" b="0" u="none" strike="noStrike">
                <a:solidFill>
                  <a:schemeClr val="dk1">
                    <a:tint val="75000"/>
                  </a:schemeClr>
                </a:solidFill>
                <a:effectLst/>
                <a:uFillTx/>
                <a:latin typeface="Calibri"/>
              </a:rPr>
              <a:t>&lt;footer&gt;</a:t>
            </a:r>
            <a:endParaRPr lang="en-IN" sz="1200" b="0" u="none" strike="noStrike">
              <a:solidFill>
                <a:srgbClr val="000000"/>
              </a:solidFill>
              <a:effectLst/>
              <a:uFillTx/>
              <a:latin typeface="Times New Roman"/>
            </a:endParaRPr>
          </a:p>
        </p:txBody>
      </p:sp>
      <p:sp>
        <p:nvSpPr>
          <p:cNvPr id="87" name="PlaceHolder 4"/>
          <p:cNvSpPr>
            <a:spLocks noGrp="1"/>
          </p:cNvSpPr>
          <p:nvPr>
            <p:ph type="sldNum" idx="48"/>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BD15EE9B-BCCC-4A58-9142-26542C16E877}" type="slidenum">
              <a:rPr lang="en-IN"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1">
    <p:bg>
      <p:bgPr>
        <a:solidFill>
          <a:srgbClr val="FFFFFF"/>
        </a:solid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89"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90" name="PlaceHolder 3"/>
          <p:cNvSpPr>
            <a:spLocks noGrp="1"/>
          </p:cNvSpPr>
          <p:nvPr>
            <p:ph type="dt" idx="49"/>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91" name="PlaceHolder 4"/>
          <p:cNvSpPr>
            <a:spLocks noGrp="1"/>
          </p:cNvSpPr>
          <p:nvPr>
            <p:ph type="ftr" idx="50"/>
          </p:nvPr>
        </p:nvSpPr>
        <p:spPr>
          <a:xfrm>
            <a:off x="4038480" y="6356520"/>
            <a:ext cx="411408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IN" sz="1200" b="0" u="none" strike="noStrike">
                <a:solidFill>
                  <a:schemeClr val="dk1">
                    <a:tint val="75000"/>
                  </a:schemeClr>
                </a:solidFill>
                <a:effectLst/>
                <a:uFillTx/>
                <a:latin typeface="Calibri"/>
              </a:rPr>
              <a:t>&lt;footer&gt;</a:t>
            </a:r>
            <a:endParaRPr lang="en-IN" sz="1200" b="0" u="none" strike="noStrike">
              <a:solidFill>
                <a:srgbClr val="000000"/>
              </a:solidFill>
              <a:effectLst/>
              <a:uFillTx/>
              <a:latin typeface="Times New Roman"/>
            </a:endParaRPr>
          </a:p>
        </p:txBody>
      </p:sp>
      <p:sp>
        <p:nvSpPr>
          <p:cNvPr id="92" name="PlaceHolder 5"/>
          <p:cNvSpPr>
            <a:spLocks noGrp="1"/>
          </p:cNvSpPr>
          <p:nvPr>
            <p:ph type="sldNum" idx="51"/>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11457B1-1D5E-46EF-A4A1-12269E1F675E}" type="slidenum">
              <a:rPr lang="en-IN"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efault 2">
    <p:bg>
      <p:bgPr>
        <a:solidFill>
          <a:srgbClr val="FFFFFF"/>
        </a:solidFill>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8724960" y="365040"/>
            <a:ext cx="2628360" cy="5811120"/>
          </a:xfrm>
          <a:prstGeom prst="rect">
            <a:avLst/>
          </a:prstGeom>
          <a:noFill/>
          <a:ln w="0">
            <a:noFill/>
          </a:ln>
        </p:spPr>
        <p:txBody>
          <a:bodyPr lIns="91440" tIns="45720" rIns="91440" bIns="45720" anchor="ctr" vert="eaVert">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94" name="PlaceHolder 2"/>
          <p:cNvSpPr>
            <a:spLocks noGrp="1"/>
          </p:cNvSpPr>
          <p:nvPr>
            <p:ph type="body"/>
          </p:nvPr>
        </p:nvSpPr>
        <p:spPr>
          <a:xfrm>
            <a:off x="838080" y="365040"/>
            <a:ext cx="7733520" cy="581112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95" name="PlaceHolder 3"/>
          <p:cNvSpPr>
            <a:spLocks noGrp="1"/>
          </p:cNvSpPr>
          <p:nvPr>
            <p:ph type="dt" idx="52"/>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96" name="PlaceHolder 4"/>
          <p:cNvSpPr>
            <a:spLocks noGrp="1"/>
          </p:cNvSpPr>
          <p:nvPr>
            <p:ph type="ftr" idx="53"/>
          </p:nvPr>
        </p:nvSpPr>
        <p:spPr>
          <a:xfrm>
            <a:off x="4038480" y="6356520"/>
            <a:ext cx="411408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IN" sz="1200" b="0" u="none" strike="noStrike">
                <a:solidFill>
                  <a:schemeClr val="dk1">
                    <a:tint val="75000"/>
                  </a:schemeClr>
                </a:solidFill>
                <a:effectLst/>
                <a:uFillTx/>
                <a:latin typeface="Calibri"/>
              </a:rPr>
              <a:t>&lt;footer&gt;</a:t>
            </a:r>
            <a:endParaRPr lang="en-IN" sz="1200" b="0" u="none" strike="noStrike">
              <a:solidFill>
                <a:srgbClr val="000000"/>
              </a:solidFill>
              <a:effectLst/>
              <a:uFillTx/>
              <a:latin typeface="Times New Roman"/>
            </a:endParaRPr>
          </a:p>
        </p:txBody>
      </p:sp>
      <p:sp>
        <p:nvSpPr>
          <p:cNvPr id="97" name="PlaceHolder 5"/>
          <p:cNvSpPr>
            <a:spLocks noGrp="1"/>
          </p:cNvSpPr>
          <p:nvPr>
            <p:ph type="sldNum" idx="54"/>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4A79C1CA-F3A3-4F9D-9F33-2CB0FE60A027}" type="slidenum">
              <a:rPr lang="en-IN"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
    <p:bg>
      <p:bgPr>
        <a:solidFill>
          <a:srgbClr val="FFFFFF"/>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99"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00" name="PlaceHolder 3"/>
          <p:cNvSpPr>
            <a:spLocks noGrp="1"/>
          </p:cNvSpPr>
          <p:nvPr>
            <p:ph type="dt" idx="55"/>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01" name="PlaceHolder 4"/>
          <p:cNvSpPr>
            <a:spLocks noGrp="1"/>
          </p:cNvSpPr>
          <p:nvPr>
            <p:ph type="ftr" idx="56"/>
          </p:nvPr>
        </p:nvSpPr>
        <p:spPr>
          <a:xfrm>
            <a:off x="4038480" y="6356520"/>
            <a:ext cx="411408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IN" sz="1200" b="0" u="none" strike="noStrike">
                <a:solidFill>
                  <a:schemeClr val="dk1">
                    <a:tint val="75000"/>
                  </a:schemeClr>
                </a:solidFill>
                <a:effectLst/>
                <a:uFillTx/>
                <a:latin typeface="Calibri"/>
              </a:rPr>
              <a:t>&lt;footer&gt;</a:t>
            </a:r>
            <a:endParaRPr lang="en-IN" sz="1200" b="0" u="none" strike="noStrike">
              <a:solidFill>
                <a:srgbClr val="000000"/>
              </a:solidFill>
              <a:effectLst/>
              <a:uFillTx/>
              <a:latin typeface="Times New Roman"/>
            </a:endParaRPr>
          </a:p>
        </p:txBody>
      </p:sp>
      <p:sp>
        <p:nvSpPr>
          <p:cNvPr id="102" name="PlaceHolder 5"/>
          <p:cNvSpPr>
            <a:spLocks noGrp="1"/>
          </p:cNvSpPr>
          <p:nvPr>
            <p:ph type="sldNum" idx="57"/>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A6EDAA65-6328-429C-A17A-AE20335583BE}" type="slidenum">
              <a:rPr lang="en-IN"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solidFill>
          <a:srgbClr val="FFFFFF"/>
        </a:solidFill>
      </p:bgPr>
    </p:bg>
    <p:spTree>
      <p:nvGrpSpPr>
        <p:cNvPr id="1" name=""/>
        <p:cNvGrpSpPr/>
        <p:nvPr/>
      </p:nvGrpSpPr>
      <p:grpSpPr>
        <a:xfrm>
          <a:off x="0" y="0"/>
          <a:ext cx="0" cy="0"/>
          <a:chOff x="0" y="0"/>
          <a:chExt cx="0" cy="0"/>
        </a:xfrm>
      </p:grpSpPr>
      <p:sp>
        <p:nvSpPr>
          <p:cNvPr id="103" name="PlaceHolder 1"/>
          <p:cNvSpPr>
            <a:spLocks noGrp="1"/>
          </p:cNvSpPr>
          <p:nvPr>
            <p:ph type="title"/>
          </p:nvPr>
        </p:nvSpPr>
        <p:spPr>
          <a:xfrm>
            <a:off x="831960" y="1709640"/>
            <a:ext cx="10514880" cy="285192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6000" b="0" u="none" strike="noStrike">
                <a:solidFill>
                  <a:schemeClr val="dk1"/>
                </a:solidFill>
                <a:effectLst/>
                <a:uFillTx/>
                <a:latin typeface="Calibri Light"/>
              </a:defRPr>
            </a:lvl1pPr>
          </a:lstStyle>
          <a:p>
            <a:pPr indent="0" algn="l" defTabSz="914400">
              <a:lnSpc>
                <a:spcPct val="90000"/>
              </a:lnSpc>
              <a:buNone/>
              <a:tabLst>
                <a:tab pos="0" algn="l"/>
              </a:tabLst>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Light"/>
            </a:endParaRPr>
          </a:p>
        </p:txBody>
      </p:sp>
      <p:sp>
        <p:nvSpPr>
          <p:cNvPr id="104" name="PlaceHolder 2"/>
          <p:cNvSpPr>
            <a:spLocks noGrp="1"/>
          </p:cNvSpPr>
          <p:nvPr>
            <p:ph type="body"/>
          </p:nvPr>
        </p:nvSpPr>
        <p:spPr>
          <a:xfrm>
            <a:off x="831960" y="4589640"/>
            <a:ext cx="10514880" cy="14994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en-US" sz="2400" b="0" u="none" strike="noStrike">
                <a:solidFill>
                  <a:schemeClr val="dk1">
                    <a:tint val="75000"/>
                  </a:schemeClr>
                </a:solidFill>
                <a:effectLst/>
                <a:uFillTx/>
                <a:latin typeface="Calibri"/>
              </a:rPr>
              <a:t>Click to edit Master text styles</a:t>
            </a:r>
            <a:endParaRPr lang="en-US" sz="2400" b="0" u="none" strike="noStrike">
              <a:solidFill>
                <a:schemeClr val="dk1">
                  <a:tint val="75000"/>
                </a:schemeClr>
              </a:solidFill>
              <a:effectLst/>
              <a:uFillTx/>
              <a:latin typeface="Calibri"/>
            </a:endParaRPr>
          </a:p>
        </p:txBody>
      </p:sp>
      <p:sp>
        <p:nvSpPr>
          <p:cNvPr id="105" name="PlaceHolder 3"/>
          <p:cNvSpPr>
            <a:spLocks noGrp="1"/>
          </p:cNvSpPr>
          <p:nvPr>
            <p:ph type="dt" idx="58"/>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06" name="PlaceHolder 4"/>
          <p:cNvSpPr>
            <a:spLocks noGrp="1"/>
          </p:cNvSpPr>
          <p:nvPr>
            <p:ph type="ftr" idx="59"/>
          </p:nvPr>
        </p:nvSpPr>
        <p:spPr>
          <a:xfrm>
            <a:off x="4038480" y="6356520"/>
            <a:ext cx="411408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IN" sz="1200" b="0" u="none" strike="noStrike">
                <a:solidFill>
                  <a:schemeClr val="dk1">
                    <a:tint val="75000"/>
                  </a:schemeClr>
                </a:solidFill>
                <a:effectLst/>
                <a:uFillTx/>
                <a:latin typeface="Calibri"/>
              </a:rPr>
              <a:t>&lt;footer&gt;</a:t>
            </a:r>
            <a:endParaRPr lang="en-IN" sz="1200" b="0" u="none" strike="noStrike">
              <a:solidFill>
                <a:srgbClr val="000000"/>
              </a:solidFill>
              <a:effectLst/>
              <a:uFillTx/>
              <a:latin typeface="Times New Roman"/>
            </a:endParaRPr>
          </a:p>
        </p:txBody>
      </p:sp>
      <p:sp>
        <p:nvSpPr>
          <p:cNvPr id="107" name="PlaceHolder 5"/>
          <p:cNvSpPr>
            <a:spLocks noGrp="1"/>
          </p:cNvSpPr>
          <p:nvPr>
            <p:ph type="sldNum" idx="60"/>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1CE15001-D3D8-4A2C-A726-926D2905F2E7}" type="slidenum">
              <a:rPr lang="en-IN"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5">
    <p:bg>
      <p:bgPr>
        <a:solidFill>
          <a:srgbClr val="FFFFFF"/>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109" name="PlaceHolder 2"/>
          <p:cNvSpPr>
            <a:spLocks noGrp="1"/>
          </p:cNvSpPr>
          <p:nvPr>
            <p:ph type="body"/>
          </p:nvPr>
        </p:nvSpPr>
        <p:spPr>
          <a:xfrm>
            <a:off x="83808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10" name="PlaceHolder 3"/>
          <p:cNvSpPr>
            <a:spLocks noGrp="1"/>
          </p:cNvSpPr>
          <p:nvPr>
            <p:ph type="body"/>
          </p:nvPr>
        </p:nvSpPr>
        <p:spPr>
          <a:xfrm>
            <a:off x="617220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11" name="PlaceHolder 4"/>
          <p:cNvSpPr>
            <a:spLocks noGrp="1"/>
          </p:cNvSpPr>
          <p:nvPr>
            <p:ph type="dt" idx="6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12" name="PlaceHolder 5"/>
          <p:cNvSpPr>
            <a:spLocks noGrp="1"/>
          </p:cNvSpPr>
          <p:nvPr>
            <p:ph type="ftr" idx="62"/>
          </p:nvPr>
        </p:nvSpPr>
        <p:spPr>
          <a:xfrm>
            <a:off x="4038480" y="6356520"/>
            <a:ext cx="411408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IN" sz="1200" b="0" u="none" strike="noStrike">
                <a:solidFill>
                  <a:schemeClr val="dk1">
                    <a:tint val="75000"/>
                  </a:schemeClr>
                </a:solidFill>
                <a:effectLst/>
                <a:uFillTx/>
                <a:latin typeface="Calibri"/>
              </a:rPr>
              <a:t>&lt;footer&gt;</a:t>
            </a:r>
            <a:endParaRPr lang="en-IN" sz="1200" b="0" u="none" strike="noStrike">
              <a:solidFill>
                <a:srgbClr val="000000"/>
              </a:solidFill>
              <a:effectLst/>
              <a:uFillTx/>
              <a:latin typeface="Times New Roman"/>
            </a:endParaRPr>
          </a:p>
        </p:txBody>
      </p:sp>
      <p:sp>
        <p:nvSpPr>
          <p:cNvPr id="113" name="PlaceHolder 6"/>
          <p:cNvSpPr>
            <a:spLocks noGrp="1"/>
          </p:cNvSpPr>
          <p:nvPr>
            <p:ph type="sldNum" idx="6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B891E42F-742F-4BDC-BB31-F273F853D5AB}" type="slidenum">
              <a:rPr lang="en-IN"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
    <p:bg>
      <p:bgPr>
        <a:solidFill>
          <a:srgbClr val="FFFFFF"/>
        </a:solid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8398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115" name="PlaceHolder 2"/>
          <p:cNvSpPr>
            <a:spLocks noGrp="1"/>
          </p:cNvSpPr>
          <p:nvPr>
            <p:ph type="body"/>
          </p:nvPr>
        </p:nvSpPr>
        <p:spPr>
          <a:xfrm>
            <a:off x="839880" y="1681200"/>
            <a:ext cx="515700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116" name="PlaceHolder 3"/>
          <p:cNvSpPr>
            <a:spLocks noGrp="1"/>
          </p:cNvSpPr>
          <p:nvPr>
            <p:ph type="body"/>
          </p:nvPr>
        </p:nvSpPr>
        <p:spPr>
          <a:xfrm>
            <a:off x="839880" y="2505240"/>
            <a:ext cx="515700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17" name="PlaceHolder 4"/>
          <p:cNvSpPr>
            <a:spLocks noGrp="1"/>
          </p:cNvSpPr>
          <p:nvPr>
            <p:ph type="body"/>
          </p:nvPr>
        </p:nvSpPr>
        <p:spPr>
          <a:xfrm>
            <a:off x="6172200" y="1681200"/>
            <a:ext cx="518256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118" name="PlaceHolder 5"/>
          <p:cNvSpPr>
            <a:spLocks noGrp="1"/>
          </p:cNvSpPr>
          <p:nvPr>
            <p:ph type="body"/>
          </p:nvPr>
        </p:nvSpPr>
        <p:spPr>
          <a:xfrm>
            <a:off x="6172200" y="2505240"/>
            <a:ext cx="518256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19" name="PlaceHolder 6"/>
          <p:cNvSpPr>
            <a:spLocks noGrp="1"/>
          </p:cNvSpPr>
          <p:nvPr>
            <p:ph type="dt" idx="64"/>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20" name="PlaceHolder 7"/>
          <p:cNvSpPr>
            <a:spLocks noGrp="1"/>
          </p:cNvSpPr>
          <p:nvPr>
            <p:ph type="ftr" idx="65"/>
          </p:nvPr>
        </p:nvSpPr>
        <p:spPr>
          <a:xfrm>
            <a:off x="4038480" y="6356520"/>
            <a:ext cx="411408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IN" sz="1200" b="0" u="none" strike="noStrike">
                <a:solidFill>
                  <a:schemeClr val="dk1">
                    <a:tint val="75000"/>
                  </a:schemeClr>
                </a:solidFill>
                <a:effectLst/>
                <a:uFillTx/>
                <a:latin typeface="Calibri"/>
              </a:rPr>
              <a:t>&lt;footer&gt;</a:t>
            </a:r>
            <a:endParaRPr lang="en-IN" sz="1200" b="0" u="none" strike="noStrike">
              <a:solidFill>
                <a:srgbClr val="000000"/>
              </a:solidFill>
              <a:effectLst/>
              <a:uFillTx/>
              <a:latin typeface="Times New Roman"/>
            </a:endParaRPr>
          </a:p>
        </p:txBody>
      </p:sp>
      <p:sp>
        <p:nvSpPr>
          <p:cNvPr id="121" name="PlaceHolder 8"/>
          <p:cNvSpPr>
            <a:spLocks noGrp="1"/>
          </p:cNvSpPr>
          <p:nvPr>
            <p:ph type="sldNum" idx="6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AE7BA0E-3DC9-4581-A115-A68FF093A88D}" type="slidenum">
              <a:rPr lang="en-IN"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7">
    <p:bg>
      <p:bgPr>
        <a:solidFill>
          <a:srgbClr val="FFFFFF"/>
        </a:solidFill>
      </p:bgPr>
    </p:bg>
    <p:spTree>
      <p:nvGrpSpPr>
        <p:cNvPr id="1" name=""/>
        <p:cNvGrpSpPr/>
        <p:nvPr/>
      </p:nvGrpSpPr>
      <p:grpSpPr>
        <a:xfrm>
          <a:off x="0" y="0"/>
          <a:ext cx="0" cy="0"/>
          <a:chOff x="0" y="0"/>
          <a:chExt cx="0" cy="0"/>
        </a:xfrm>
      </p:grpSpPr>
      <p:sp>
        <p:nvSpPr>
          <p:cNvPr id="12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123" name="PlaceHolder 2"/>
          <p:cNvSpPr>
            <a:spLocks noGrp="1"/>
          </p:cNvSpPr>
          <p:nvPr>
            <p:ph type="dt" idx="67"/>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24" name="PlaceHolder 3"/>
          <p:cNvSpPr>
            <a:spLocks noGrp="1"/>
          </p:cNvSpPr>
          <p:nvPr>
            <p:ph type="ftr" idx="68"/>
          </p:nvPr>
        </p:nvSpPr>
        <p:spPr>
          <a:xfrm>
            <a:off x="4038480" y="6356520"/>
            <a:ext cx="411408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IN" sz="1200" b="0" u="none" strike="noStrike">
                <a:solidFill>
                  <a:schemeClr val="dk1">
                    <a:tint val="75000"/>
                  </a:schemeClr>
                </a:solidFill>
                <a:effectLst/>
                <a:uFillTx/>
                <a:latin typeface="Calibri"/>
              </a:rPr>
              <a:t>&lt;footer&gt;</a:t>
            </a:r>
            <a:endParaRPr lang="en-IN" sz="1200" b="0" u="none" strike="noStrike">
              <a:solidFill>
                <a:srgbClr val="000000"/>
              </a:solidFill>
              <a:effectLst/>
              <a:uFillTx/>
              <a:latin typeface="Times New Roman"/>
            </a:endParaRPr>
          </a:p>
        </p:txBody>
      </p:sp>
      <p:sp>
        <p:nvSpPr>
          <p:cNvPr id="125" name="PlaceHolder 4"/>
          <p:cNvSpPr>
            <a:spLocks noGrp="1"/>
          </p:cNvSpPr>
          <p:nvPr>
            <p:ph type="sldNum" idx="69"/>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7133D47-8841-4974-B9C5-ABB794AF19AF}" type="slidenum">
              <a:rPr lang="en-IN"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1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2.png"/><Relationship Id="rId8" Type="http://schemas.openxmlformats.org/officeDocument/2006/relationships/image" Target="../media/image3.svg"/><Relationship Id="rId9" Type="http://schemas.openxmlformats.org/officeDocument/2006/relationships/image" Target="../media/image2.png"/><Relationship Id="rId10" Type="http://schemas.openxmlformats.org/officeDocument/2006/relationships/image" Target="../media/image3.svg"/><Relationship Id="rId11" Type="http://schemas.openxmlformats.org/officeDocument/2006/relationships/image" Target="../media/image2.png"/><Relationship Id="rId12" Type="http://schemas.openxmlformats.org/officeDocument/2006/relationships/image" Target="../media/image3.svg"/><Relationship Id="rId13" Type="http://schemas.openxmlformats.org/officeDocument/2006/relationships/image" Target="../media/image2.png"/><Relationship Id="rId14" Type="http://schemas.openxmlformats.org/officeDocument/2006/relationships/image" Target="../media/image3.svg"/><Relationship Id="rId15" Type="http://schemas.openxmlformats.org/officeDocument/2006/relationships/diagramData" Target="../diagrams/data1.xml"/><Relationship Id="rId16" Type="http://schemas.openxmlformats.org/officeDocument/2006/relationships/diagramLayout" Target="../diagrams/layout1.xml"/><Relationship Id="rId17" Type="http://schemas.openxmlformats.org/officeDocument/2006/relationships/diagramQuickStyle" Target="../diagrams/quickStyle1.xml"/><Relationship Id="rId18" Type="http://schemas.openxmlformats.org/officeDocument/2006/relationships/diagramColors" Target="../diagrams/colors1.xml"/><Relationship Id="rId19" Type="http://schemas.openxmlformats.org/officeDocument/2006/relationships/image" Target="../media/image1.png"/><Relationship Id="rId20"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TextBox 15"/>
          <p:cNvSpPr/>
          <p:nvPr/>
        </p:nvSpPr>
        <p:spPr>
          <a:xfrm>
            <a:off x="2995560" y="2868120"/>
            <a:ext cx="6199920" cy="491760"/>
          </a:xfrm>
          <a:prstGeom prst="rect">
            <a:avLst/>
          </a:prstGeom>
          <a:noFill/>
          <a:ln w="0">
            <a:noFill/>
          </a:ln>
          <a:effectLst>
            <a:glow rad="139680">
              <a:srgbClr val="FF6A1C">
                <a:alpha val="40000"/>
              </a:srgbClr>
            </a:glow>
          </a:effectLst>
        </p:spPr>
        <p:style>
          <a:lnRef idx="0"/>
          <a:fillRef idx="0"/>
          <a:effectRef idx="0"/>
          <a:fontRef idx="minor"/>
        </p:style>
        <p:txBody>
          <a:bodyPr lIns="90000" tIns="45000" rIns="90000" bIns="45000" anchor="t">
            <a:spAutoFit/>
          </a:bodyPr>
          <a:p>
            <a:pPr algn="ctr" defTabSz="914400">
              <a:lnSpc>
                <a:spcPct val="100000"/>
              </a:lnSpc>
            </a:pPr>
            <a:endParaRPr lang="en-IN" sz="600" b="0" u="none" strike="noStrike">
              <a:solidFill>
                <a:srgbClr val="000000"/>
              </a:solidFill>
              <a:effectLst/>
              <a:uFillTx/>
              <a:latin typeface="Arial"/>
            </a:endParaRPr>
          </a:p>
          <a:p>
            <a:pPr algn="ctr" defTabSz="914400">
              <a:lnSpc>
                <a:spcPct val="100000"/>
              </a:lnSpc>
            </a:pPr>
            <a:r>
              <a:rPr lang="en-IN" sz="2000" b="1" u="none" strike="noStrike">
                <a:solidFill>
                  <a:srgbClr val="FF0000"/>
                </a:solidFill>
                <a:effectLst/>
                <a:uFillTx/>
                <a:latin typeface="Times New Roman"/>
              </a:rPr>
              <a:t>Date&amp; Time</a:t>
            </a:r>
            <a:endParaRPr lang="en-IN" sz="2000" b="0" u="none" strike="noStrike">
              <a:solidFill>
                <a:srgbClr val="000000"/>
              </a:solidFill>
              <a:effectLst/>
              <a:uFillTx/>
              <a:latin typeface="Arial"/>
            </a:endParaRPr>
          </a:p>
        </p:txBody>
      </p:sp>
      <p:graphicFrame>
        <p:nvGraphicFramePr>
          <p:cNvPr id="133" name="Table 17"/>
          <p:cNvGraphicFramePr/>
          <p:nvPr/>
        </p:nvGraphicFramePr>
        <p:xfrm>
          <a:off x="8193240" y="4898520"/>
          <a:ext cx="3701520" cy="1066680"/>
        </p:xfrm>
        <a:graphic>
          <a:graphicData uri="http://schemas.openxmlformats.org/drawingml/2006/table">
            <a:tbl>
              <a:tblPr/>
              <a:tblGrid>
                <a:gridCol w="3701880"/>
              </a:tblGrid>
              <a:tr h="822960">
                <a:tc>
                  <a:txBody>
                    <a:bodyPr anchor="t">
                      <a:noAutofit/>
                    </a:bodyPr>
                    <a:p>
                      <a:pPr defTabSz="914400">
                        <a:lnSpc>
                          <a:spcPct val="100000"/>
                        </a:lnSpc>
                        <a:tabLst>
                          <a:tab pos="0" algn="l"/>
                        </a:tabLst>
                      </a:pPr>
                      <a:r>
                        <a:rPr lang="en-IN" sz="1600" b="1" u="none" strike="noStrike">
                          <a:solidFill>
                            <a:srgbClr val="C00000"/>
                          </a:solidFill>
                          <a:effectLst/>
                          <a:uFillTx/>
                          <a:latin typeface="Times New Roman"/>
                        </a:rPr>
                        <a:t>Team Members</a:t>
                      </a:r>
                      <a:endParaRPr lang="en-IN" sz="1600" b="0" u="none" strike="noStrike">
                        <a:solidFill>
                          <a:srgbClr val="000000"/>
                        </a:solidFill>
                        <a:effectLst/>
                        <a:uFillTx/>
                        <a:latin typeface="Arial"/>
                      </a:endParaRPr>
                    </a:p>
                    <a:p>
                      <a:pPr defTabSz="914400">
                        <a:lnSpc>
                          <a:spcPct val="100000"/>
                        </a:lnSpc>
                        <a:tabLst>
                          <a:tab pos="0" algn="l"/>
                        </a:tabLst>
                      </a:pPr>
                      <a:r>
                        <a:rPr lang="en-IN" sz="1600" b="1" u="none" strike="noStrike">
                          <a:solidFill>
                            <a:schemeClr val="dk1"/>
                          </a:solidFill>
                          <a:effectLst/>
                          <a:uFillTx/>
                          <a:latin typeface="Times New Roman"/>
                          <a:ea typeface="Cambria"/>
                        </a:rPr>
                        <a:t>M Pranith Reddy – 2420030158</a:t>
                      </a:r>
                      <a:endParaRPr lang="en-IN" sz="1600" b="0" u="none" strike="noStrike">
                        <a:solidFill>
                          <a:srgbClr val="000000"/>
                        </a:solidFill>
                        <a:effectLst/>
                        <a:uFillTx/>
                        <a:latin typeface="Arial"/>
                      </a:endParaRPr>
                    </a:p>
                    <a:p>
                      <a:pPr defTabSz="914400">
                        <a:lnSpc>
                          <a:spcPct val="100000"/>
                        </a:lnSpc>
                        <a:tabLst>
                          <a:tab pos="0" algn="l"/>
                        </a:tabLst>
                      </a:pPr>
                      <a:r>
                        <a:rPr lang="en-IN" sz="1600" b="1" u="none" strike="noStrike">
                          <a:solidFill>
                            <a:schemeClr val="dk1"/>
                          </a:solidFill>
                          <a:effectLst/>
                          <a:uFillTx/>
                          <a:latin typeface="Times New Roman"/>
                          <a:ea typeface="Cambria"/>
                        </a:rPr>
                        <a:t>V Praneeth – 2420030636</a:t>
                      </a:r>
                      <a:endParaRPr lang="en-IN" sz="1600" b="0" u="none" strike="noStrike">
                        <a:solidFill>
                          <a:srgbClr val="000000"/>
                        </a:solidFill>
                        <a:effectLst/>
                        <a:uFillTx/>
                        <a:latin typeface="Arial"/>
                      </a:endParaRPr>
                    </a:p>
                    <a:p>
                      <a:pPr defTabSz="914400">
                        <a:lnSpc>
                          <a:spcPct val="100000"/>
                        </a:lnSpc>
                        <a:tabLst>
                          <a:tab pos="0" algn="l"/>
                        </a:tabLst>
                      </a:pPr>
                      <a:r>
                        <a:rPr lang="en-IN" sz="1600" b="1" u="none" strike="noStrike">
                          <a:solidFill>
                            <a:schemeClr val="dk1"/>
                          </a:solidFill>
                          <a:effectLst/>
                          <a:uFillTx/>
                          <a:latin typeface="Times New Roman"/>
                          <a:ea typeface="Cambria"/>
                        </a:rPr>
                        <a:t>Y Karthikeya - 2420030351</a:t>
                      </a:r>
                      <a:endParaRPr lang="en-IN" sz="1600" b="0" u="none" strike="noStrike">
                        <a:solidFill>
                          <a:srgbClr val="000000"/>
                        </a:solidFill>
                        <a:effectLst/>
                        <a:uFillTx/>
                        <a:latin typeface="Arial"/>
                      </a:endParaRPr>
                    </a:p>
                  </a:txBody>
                  <a:tcPr anchor="t" marL="91440" marR="91440" marT="45720" marB="45720">
                    <a:lnL w="12240">
                      <a:solidFill>
                        <a:srgbClr val="000000"/>
                      </a:solidFill>
                      <a:prstDash val="solid"/>
                    </a:lnL>
                    <a:lnR w="12240">
                      <a:noFill/>
                      <a:prstDash val="solid"/>
                    </a:lnR>
                    <a:lnT w="12240">
                      <a:noFill/>
                      <a:prstDash val="solid"/>
                    </a:lnT>
                    <a:lnB w="12240">
                      <a:noFill/>
                      <a:prstDash val="solid"/>
                    </a:lnB>
                    <a:noFill/>
                  </a:tcPr>
                </a:tc>
              </a:tr>
            </a:tbl>
          </a:graphicData>
        </a:graphic>
      </p:graphicFrame>
      <p:grpSp>
        <p:nvGrpSpPr>
          <p:cNvPr id="134" name="Group 20"/>
          <p:cNvGrpSpPr/>
          <p:nvPr/>
        </p:nvGrpSpPr>
        <p:grpSpPr>
          <a:xfrm>
            <a:off x="7981920" y="4741920"/>
            <a:ext cx="307080" cy="279720"/>
            <a:chOff x="7981920" y="4741920"/>
            <a:chExt cx="307080" cy="279720"/>
          </a:xfrm>
        </p:grpSpPr>
        <p:sp>
          <p:nvSpPr>
            <p:cNvPr id="135" name="Isosceles Triangle 21"/>
            <p:cNvSpPr/>
            <p:nvPr/>
          </p:nvSpPr>
          <p:spPr>
            <a:xfrm rot="8295000">
              <a:off x="8038440" y="4765680"/>
              <a:ext cx="160200" cy="232200"/>
            </a:xfrm>
            <a:prstGeom prst="triangle">
              <a:avLst>
                <a:gd name="adj" fmla="val 50000"/>
              </a:avLst>
            </a:prstGeom>
            <a:solidFill>
              <a:srgbClr val="FF66FF"/>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80280" tIns="45000" rIns="80280" bIns="45000" anchor="ctr">
              <a:noAutofit/>
            </a:bodyPr>
            <a:p>
              <a:pPr/>
              <a:endParaRPr lang="en-IN" sz="1800" b="0" u="none" strike="noStrike">
                <a:solidFill>
                  <a:schemeClr val="lt1"/>
                </a:solidFill>
                <a:effectLst/>
                <a:highlight>
                  <a:srgbClr val="FFFF00"/>
                </a:highlight>
                <a:uFillTx/>
                <a:latin typeface="Aptos"/>
              </a:endParaRPr>
            </a:p>
          </p:txBody>
        </p:sp>
        <p:sp>
          <p:nvSpPr>
            <p:cNvPr id="136" name="Isosceles Triangle 22"/>
            <p:cNvSpPr/>
            <p:nvPr/>
          </p:nvSpPr>
          <p:spPr>
            <a:xfrm rot="11852400">
              <a:off x="8155080" y="4792680"/>
              <a:ext cx="113400" cy="152640"/>
            </a:xfrm>
            <a:prstGeom prst="triangle">
              <a:avLst>
                <a:gd name="adj" fmla="val 50000"/>
              </a:avLst>
            </a:prstGeom>
            <a:solidFill>
              <a:srgbClr val="FF66FF"/>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56880" tIns="31680" rIns="56880" bIns="31680" anchor="ctr">
              <a:noAutofit/>
            </a:bodyPr>
            <a:p>
              <a:pPr/>
              <a:endParaRPr lang="en-IN" sz="1800" b="0" u="none" strike="noStrike">
                <a:solidFill>
                  <a:schemeClr val="lt1"/>
                </a:solidFill>
                <a:effectLst/>
                <a:uFillTx/>
                <a:latin typeface="Aptos"/>
              </a:endParaRPr>
            </a:p>
          </p:txBody>
        </p:sp>
      </p:grpSp>
      <p:graphicFrame>
        <p:nvGraphicFramePr>
          <p:cNvPr id="137" name="Table 29"/>
          <p:cNvGraphicFramePr/>
          <p:nvPr/>
        </p:nvGraphicFramePr>
        <p:xfrm>
          <a:off x="-795960" y="4773960"/>
          <a:ext cx="5901480" cy="1367640"/>
        </p:xfrm>
        <a:graphic>
          <a:graphicData uri="http://schemas.openxmlformats.org/drawingml/2006/table">
            <a:tbl>
              <a:tblPr/>
              <a:tblGrid>
                <a:gridCol w="1373400"/>
                <a:gridCol w="4528440"/>
              </a:tblGrid>
              <a:tr h="1332000">
                <a:tc>
                  <a:txBody>
                    <a:bodyPr anchor="t">
                      <a:noAutofit/>
                    </a:bodyPr>
                    <a:p>
                      <a:pPr/>
                      <a:endParaRPr lang="en-IN" sz="1800" b="0" u="none" strike="noStrike">
                        <a:solidFill>
                          <a:schemeClr val="dk1"/>
                        </a:solidFill>
                        <a:effectLst/>
                        <a:uFillTx/>
                        <a:latin typeface="Aptos"/>
                      </a:endParaRPr>
                    </a:p>
                  </a:txBody>
                  <a:tcPr anchor="t" marL="91440" marR="91440" marT="45720" marB="45720">
                    <a:lnL w="12240">
                      <a:noFill/>
                      <a:prstDash val="solid"/>
                    </a:lnL>
                    <a:lnR w="12240">
                      <a:solidFill>
                        <a:srgbClr val="000000"/>
                      </a:solidFill>
                      <a:prstDash val="solid"/>
                    </a:lnR>
                    <a:lnT w="12240">
                      <a:noFill/>
                      <a:prstDash val="solid"/>
                    </a:lnT>
                    <a:lnB w="12240">
                      <a:noFill/>
                      <a:prstDash val="solid"/>
                    </a:lnB>
                    <a:noFill/>
                  </a:tcPr>
                </a:tc>
                <a:tc>
                  <a:txBody>
                    <a:bodyPr anchor="t">
                      <a:noAutofit/>
                    </a:bodyPr>
                    <a:p>
                      <a:pPr defTabSz="914400">
                        <a:lnSpc>
                          <a:spcPct val="100000"/>
                        </a:lnSpc>
                      </a:pPr>
                      <a:endParaRPr lang="en-IN" sz="500" b="0" u="none" strike="noStrike">
                        <a:solidFill>
                          <a:srgbClr val="000000"/>
                        </a:solidFill>
                        <a:effectLst/>
                        <a:uFillTx/>
                        <a:latin typeface="Arial"/>
                      </a:endParaRPr>
                    </a:p>
                    <a:p>
                      <a:pPr defTabSz="914400">
                        <a:lnSpc>
                          <a:spcPct val="100000"/>
                        </a:lnSpc>
                      </a:pPr>
                      <a:r>
                        <a:rPr lang="en-IN" sz="1600" b="1" u="none" strike="noStrike">
                          <a:solidFill>
                            <a:srgbClr val="C00000"/>
                          </a:solidFill>
                          <a:effectLst/>
                          <a:uFillTx/>
                          <a:latin typeface="Times New Roman"/>
                        </a:rPr>
                        <a:t>Under the Guidance of</a:t>
                      </a:r>
                      <a:endParaRPr lang="en-IN" sz="1600" b="0" u="none" strike="noStrike">
                        <a:solidFill>
                          <a:srgbClr val="000000"/>
                        </a:solidFill>
                        <a:effectLst/>
                        <a:uFillTx/>
                        <a:latin typeface="Arial"/>
                      </a:endParaRPr>
                    </a:p>
                    <a:p>
                      <a:pPr defTabSz="914400">
                        <a:lnSpc>
                          <a:spcPct val="100000"/>
                        </a:lnSpc>
                        <a:spcBef>
                          <a:spcPts val="201"/>
                        </a:spcBef>
                        <a:tabLst>
                          <a:tab pos="0" algn="l"/>
                        </a:tabLst>
                      </a:pPr>
                      <a:r>
                        <a:rPr lang="en-US" sz="1400" b="1" u="none" strike="noStrike">
                          <a:solidFill>
                            <a:schemeClr val="dk1"/>
                          </a:solidFill>
                          <a:effectLst/>
                          <a:uFillTx/>
                          <a:latin typeface="Times New Roman"/>
                          <a:ea typeface="Cambria"/>
                        </a:rPr>
                        <a:t>Venkateswari Ketineni</a:t>
                      </a:r>
                      <a:endParaRPr lang="en-IN" sz="1400" b="0" u="none" strike="noStrike">
                        <a:solidFill>
                          <a:srgbClr val="000000"/>
                        </a:solidFill>
                        <a:effectLst/>
                        <a:uFillTx/>
                        <a:latin typeface="Arial"/>
                      </a:endParaRPr>
                    </a:p>
                    <a:p>
                      <a:pPr defTabSz="914400">
                        <a:lnSpc>
                          <a:spcPct val="100000"/>
                        </a:lnSpc>
                        <a:spcBef>
                          <a:spcPts val="201"/>
                        </a:spcBef>
                        <a:tabLst>
                          <a:tab pos="0" algn="l"/>
                        </a:tabLst>
                      </a:pPr>
                      <a:r>
                        <a:rPr lang="en-US" sz="1400" b="0" u="none" strike="noStrike">
                          <a:solidFill>
                            <a:schemeClr val="dk1"/>
                          </a:solidFill>
                          <a:effectLst/>
                          <a:uFillTx/>
                          <a:latin typeface="Times New Roman"/>
                          <a:ea typeface="Cambria"/>
                        </a:rPr>
                        <a:t>Assistant Professor, </a:t>
                      </a:r>
                      <a:endParaRPr lang="en-IN" sz="1400" b="0" u="none" strike="noStrike">
                        <a:solidFill>
                          <a:srgbClr val="000000"/>
                        </a:solidFill>
                        <a:effectLst/>
                        <a:uFillTx/>
                        <a:latin typeface="Arial"/>
                      </a:endParaRPr>
                    </a:p>
                    <a:p>
                      <a:pPr defTabSz="914400">
                        <a:lnSpc>
                          <a:spcPct val="100000"/>
                        </a:lnSpc>
                        <a:spcBef>
                          <a:spcPts val="201"/>
                        </a:spcBef>
                        <a:tabLst>
                          <a:tab pos="0" algn="l"/>
                        </a:tabLst>
                      </a:pPr>
                      <a:r>
                        <a:rPr lang="en-US" sz="1400" b="1" u="none" strike="noStrike">
                          <a:solidFill>
                            <a:schemeClr val="dk1"/>
                          </a:solidFill>
                          <a:effectLst/>
                          <a:uFillTx/>
                          <a:latin typeface="Times New Roman"/>
                          <a:ea typeface="Cambria"/>
                        </a:rPr>
                        <a:t>Department of </a:t>
                      </a:r>
                      <a:r>
                        <a:rPr lang="en-US" sz="1400" b="1" u="none" strike="noStrike">
                          <a:solidFill>
                            <a:srgbClr val="000000"/>
                          </a:solidFill>
                          <a:effectLst/>
                          <a:uFillTx/>
                          <a:latin typeface="Times New Roman"/>
                          <a:ea typeface="Cambria"/>
                        </a:rPr>
                        <a:t>Computer Science and Engineering, </a:t>
                      </a:r>
                      <a:endParaRPr lang="en-IN" sz="1400" b="0" u="none" strike="noStrike">
                        <a:solidFill>
                          <a:srgbClr val="000000"/>
                        </a:solidFill>
                        <a:effectLst/>
                        <a:uFillTx/>
                        <a:latin typeface="Arial"/>
                      </a:endParaRPr>
                    </a:p>
                    <a:p>
                      <a:pPr defTabSz="914400">
                        <a:lnSpc>
                          <a:spcPct val="100000"/>
                        </a:lnSpc>
                        <a:spcBef>
                          <a:spcPts val="201"/>
                        </a:spcBef>
                        <a:tabLst>
                          <a:tab pos="0" algn="l"/>
                        </a:tabLst>
                      </a:pPr>
                      <a:r>
                        <a:rPr lang="en-US" sz="1400" b="0" u="none" strike="noStrike">
                          <a:solidFill>
                            <a:schemeClr val="dk1"/>
                          </a:solidFill>
                          <a:effectLst/>
                          <a:uFillTx/>
                          <a:latin typeface="Times New Roman"/>
                          <a:ea typeface="Cambria"/>
                        </a:rPr>
                        <a:t>KLH CSE Bowrampet Campus</a:t>
                      </a:r>
                      <a:endParaRPr lang="en-IN" sz="1400" b="0" u="none" strike="noStrike">
                        <a:solidFill>
                          <a:srgbClr val="000000"/>
                        </a:solidFill>
                        <a:effectLst/>
                        <a:uFillTx/>
                        <a:latin typeface="Arial"/>
                      </a:endParaRPr>
                    </a:p>
                  </a:txBody>
                  <a:tcPr anchor="t" marL="91440" marR="91440" marT="45720" marB="45720">
                    <a:lnL w="12240">
                      <a:solidFill>
                        <a:srgbClr val="000000"/>
                      </a:solidFill>
                      <a:prstDash val="solid"/>
                    </a:lnL>
                    <a:lnR w="12240">
                      <a:noFill/>
                      <a:prstDash val="solid"/>
                    </a:lnR>
                    <a:lnT w="12240">
                      <a:noFill/>
                      <a:prstDash val="solid"/>
                    </a:lnT>
                    <a:lnB w="12240">
                      <a:noFill/>
                      <a:prstDash val="solid"/>
                    </a:lnB>
                    <a:noFill/>
                  </a:tcPr>
                </a:tc>
              </a:tr>
            </a:tbl>
          </a:graphicData>
        </a:graphic>
      </p:graphicFrame>
      <p:grpSp>
        <p:nvGrpSpPr>
          <p:cNvPr id="138" name="Group 30"/>
          <p:cNvGrpSpPr/>
          <p:nvPr/>
        </p:nvGrpSpPr>
        <p:grpSpPr>
          <a:xfrm>
            <a:off x="386280" y="4538880"/>
            <a:ext cx="306720" cy="279720"/>
            <a:chOff x="386280" y="4538880"/>
            <a:chExt cx="306720" cy="279720"/>
          </a:xfrm>
        </p:grpSpPr>
        <p:sp>
          <p:nvSpPr>
            <p:cNvPr id="139" name="Isosceles Triangle 31"/>
            <p:cNvSpPr/>
            <p:nvPr/>
          </p:nvSpPr>
          <p:spPr>
            <a:xfrm rot="8295000">
              <a:off x="442800" y="4562640"/>
              <a:ext cx="160200" cy="232200"/>
            </a:xfrm>
            <a:prstGeom prst="triangle">
              <a:avLst>
                <a:gd name="adj" fmla="val 50000"/>
              </a:avLst>
            </a:prstGeom>
            <a:solidFill>
              <a:srgbClr val="00B0F0"/>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80280" tIns="45000" rIns="80280" bIns="45000" anchor="ctr">
              <a:noAutofit/>
            </a:bodyPr>
            <a:p>
              <a:pPr/>
              <a:endParaRPr lang="en-IN" sz="1800" b="0" u="none" strike="noStrike">
                <a:solidFill>
                  <a:schemeClr val="lt1"/>
                </a:solidFill>
                <a:effectLst/>
                <a:highlight>
                  <a:srgbClr val="FFFF00"/>
                </a:highlight>
                <a:uFillTx/>
                <a:latin typeface="Aptos"/>
              </a:endParaRPr>
            </a:p>
          </p:txBody>
        </p:sp>
        <p:sp>
          <p:nvSpPr>
            <p:cNvPr id="140" name="Isosceles Triangle 32"/>
            <p:cNvSpPr/>
            <p:nvPr/>
          </p:nvSpPr>
          <p:spPr>
            <a:xfrm rot="11852400">
              <a:off x="559080" y="4589640"/>
              <a:ext cx="113400" cy="152640"/>
            </a:xfrm>
            <a:prstGeom prst="triangle">
              <a:avLst>
                <a:gd name="adj" fmla="val 50000"/>
              </a:avLst>
            </a:prstGeom>
            <a:solidFill>
              <a:srgbClr val="00B0F0"/>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56880" tIns="31680" rIns="56880" bIns="31680" anchor="ctr">
              <a:noAutofit/>
            </a:bodyPr>
            <a:p>
              <a:pPr/>
              <a:endParaRPr lang="en-IN" sz="1800" b="0" u="none" strike="noStrike">
                <a:solidFill>
                  <a:schemeClr val="lt1"/>
                </a:solidFill>
                <a:effectLst/>
                <a:uFillTx/>
                <a:latin typeface="Aptos"/>
              </a:endParaRPr>
            </a:p>
          </p:txBody>
        </p:sp>
      </p:grpSp>
      <p:sp>
        <p:nvSpPr>
          <p:cNvPr id="141" name="PlaceHolder 1"/>
          <p:cNvSpPr>
            <a:spLocks noGrp="1"/>
          </p:cNvSpPr>
          <p:nvPr>
            <p:ph type="dt" idx="73"/>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1"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1" u="none" strike="noStrike">
                <a:solidFill>
                  <a:schemeClr val="dk1">
                    <a:tint val="82000"/>
                  </a:schemeClr>
                </a:solidFill>
                <a:effectLst/>
                <a:uFillTx/>
                <a:latin typeface="Aptos"/>
              </a:rPr>
              <a:t>Date</a:t>
            </a:r>
            <a:endParaRPr lang="en-IN" sz="1200" b="0" u="none" strike="noStrike">
              <a:solidFill>
                <a:srgbClr val="000000"/>
              </a:solidFill>
              <a:effectLst/>
              <a:uFillTx/>
              <a:latin typeface="Times New Roman"/>
            </a:endParaRPr>
          </a:p>
        </p:txBody>
      </p:sp>
      <p:sp>
        <p:nvSpPr>
          <p:cNvPr id="142" name="PlaceHolder 2"/>
          <p:cNvSpPr>
            <a:spLocks noGrp="1"/>
          </p:cNvSpPr>
          <p:nvPr>
            <p:ph type="ftr" idx="74"/>
          </p:nvPr>
        </p:nvSpPr>
        <p:spPr>
          <a:xfrm>
            <a:off x="4038480" y="6356520"/>
            <a:ext cx="411408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200" b="1" u="none" strike="noStrike">
                <a:solidFill>
                  <a:schemeClr val="dk1">
                    <a:tint val="82000"/>
                  </a:schemeClr>
                </a:solidFill>
                <a:effectLst/>
                <a:uFillTx/>
                <a:latin typeface="Aptos"/>
              </a:defRPr>
            </a:lvl1pPr>
          </a:lstStyle>
          <a:p>
            <a:pPr indent="0" algn="ctr" defTabSz="914400">
              <a:lnSpc>
                <a:spcPct val="100000"/>
              </a:lnSpc>
              <a:buNone/>
              <a:tabLst>
                <a:tab pos="0" algn="l"/>
              </a:tabLst>
            </a:pPr>
            <a:r>
              <a:rPr lang="en-IN" sz="1200" b="1" u="none" strike="noStrike">
                <a:solidFill>
                  <a:schemeClr val="dk1">
                    <a:tint val="82000"/>
                  </a:schemeClr>
                </a:solidFill>
                <a:effectLst/>
                <a:uFillTx/>
                <a:latin typeface="Aptos"/>
              </a:rPr>
              <a:t>SOA Project Review-1</a:t>
            </a:r>
            <a:endParaRPr lang="en-IN" sz="1200" b="0" u="none" strike="noStrike">
              <a:solidFill>
                <a:srgbClr val="000000"/>
              </a:solidFill>
              <a:effectLst/>
              <a:uFillTx/>
              <a:latin typeface="Times New Roman"/>
            </a:endParaRPr>
          </a:p>
        </p:txBody>
      </p:sp>
      <p:sp>
        <p:nvSpPr>
          <p:cNvPr id="143" name="Rectangle: Rounded Corners 3"/>
          <p:cNvSpPr/>
          <p:nvPr/>
        </p:nvSpPr>
        <p:spPr>
          <a:xfrm>
            <a:off x="638280" y="769320"/>
            <a:ext cx="10914840" cy="984960"/>
          </a:xfrm>
          <a:prstGeom prst="roundRect">
            <a:avLst>
              <a:gd name="adj" fmla="val 16667"/>
            </a:avLst>
          </a:prstGeom>
          <a:solidFill>
            <a:srgbClr val="0070C0"/>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endParaRPr lang="en-IN" sz="1400" b="0" u="none" strike="noStrike">
              <a:solidFill>
                <a:srgbClr val="FFFFFF"/>
              </a:solidFill>
              <a:effectLst/>
              <a:uFillTx/>
              <a:latin typeface="Arial"/>
            </a:endParaRPr>
          </a:p>
          <a:p>
            <a:pPr algn="ctr" defTabSz="914400">
              <a:lnSpc>
                <a:spcPct val="100000"/>
              </a:lnSpc>
              <a:tabLst>
                <a:tab pos="0" algn="l"/>
              </a:tabLst>
            </a:pPr>
            <a:endParaRPr lang="en-IN" sz="2800" b="0" u="none" strike="noStrike">
              <a:solidFill>
                <a:srgbClr val="FFFFFF"/>
              </a:solidFill>
              <a:effectLst/>
              <a:uFillTx/>
              <a:latin typeface="Arial"/>
            </a:endParaRPr>
          </a:p>
          <a:p>
            <a:pPr algn="ctr" defTabSz="914400">
              <a:lnSpc>
                <a:spcPct val="100000"/>
              </a:lnSpc>
              <a:tabLst>
                <a:tab pos="0" algn="l"/>
              </a:tabLst>
            </a:pPr>
            <a:endParaRPr lang="en-IN" sz="1800" b="0" u="none" strike="noStrike">
              <a:solidFill>
                <a:srgbClr val="FFFFFF"/>
              </a:solidFill>
              <a:effectLst/>
              <a:uFillTx/>
              <a:latin typeface="Arial"/>
            </a:endParaRPr>
          </a:p>
        </p:txBody>
      </p:sp>
      <p:pic>
        <p:nvPicPr>
          <p:cNvPr id="144" name="Picture 6"/>
          <p:cNvPicPr/>
          <p:nvPr/>
        </p:nvPicPr>
        <p:blipFill>
          <a:blip r:embed="rId1"/>
          <a:stretch/>
        </p:blipFill>
        <p:spPr>
          <a:xfrm>
            <a:off x="10249560" y="0"/>
            <a:ext cx="1941840" cy="621720"/>
          </a:xfrm>
          <a:prstGeom prst="rect">
            <a:avLst/>
          </a:prstGeom>
          <a:noFill/>
          <a:ln w="0">
            <a:noFill/>
          </a:ln>
        </p:spPr>
      </p:pic>
      <p:sp>
        <p:nvSpPr>
          <p:cNvPr id="145" name="TextBox 13"/>
          <p:cNvSpPr/>
          <p:nvPr/>
        </p:nvSpPr>
        <p:spPr>
          <a:xfrm>
            <a:off x="738360" y="810720"/>
            <a:ext cx="10715040" cy="5166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IN" sz="2800" b="1" u="none" strike="noStrike">
                <a:solidFill>
                  <a:schemeClr val="lt1"/>
                </a:solidFill>
                <a:effectLst/>
                <a:uFillTx/>
                <a:latin typeface="Times New Roman"/>
              </a:rPr>
              <a:t>Vulnerability Tracking and Remediation System</a:t>
            </a:r>
            <a:endParaRPr lang="en-IN" sz="2800" b="0" u="none" strike="noStrike">
              <a:solidFill>
                <a:srgbClr val="000000"/>
              </a:solidFill>
              <a:effectLst/>
              <a:uFillTx/>
              <a:latin typeface="Arial"/>
            </a:endParaRPr>
          </a:p>
        </p:txBody>
      </p:sp>
      <p:sp>
        <p:nvSpPr>
          <p:cNvPr id="146" name="TextBox 16"/>
          <p:cNvSpPr/>
          <p:nvPr/>
        </p:nvSpPr>
        <p:spPr>
          <a:xfrm>
            <a:off x="738360" y="2246760"/>
            <a:ext cx="10715040" cy="5774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IN" sz="3200" b="1" u="none" strike="noStrike">
                <a:solidFill>
                  <a:schemeClr val="dk1"/>
                </a:solidFill>
                <a:effectLst/>
                <a:uFillTx/>
                <a:latin typeface="Times New Roman"/>
              </a:rPr>
              <a:t>SOA Project Review-2</a:t>
            </a:r>
            <a:endParaRPr lang="en-IN" sz="3200" b="0" u="none" strike="noStrike">
              <a:solidFill>
                <a:srgbClr val="000000"/>
              </a:solidFill>
              <a:effectLst/>
              <a:uFillTx/>
              <a:latin typeface="Arial"/>
            </a:endParaRPr>
          </a:p>
        </p:txBody>
      </p:sp>
      <p:sp>
        <p:nvSpPr>
          <p:cNvPr id="4" name="PlaceHolder 3"/>
          <p:cNvSpPr>
            <a:spLocks noGrp="1"/>
          </p:cNvSpPr>
          <p:nvPr>
            <p:ph type="sldNum" idx="12"/>
          </p:nvPr>
        </p:nvSpPr>
        <p:spPr/>
        <p:txBody>
          <a:bodyPr/>
          <a:p>
            <a:fld id="{7FB0275D-D6C7-4634-97E3-68203BB80710}"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dt" idx="75"/>
          </p:nvPr>
        </p:nvSpPr>
        <p:spPr>
          <a:xfrm>
            <a:off x="838080" y="6356520"/>
            <a:ext cx="2742480" cy="36432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a:endParaRPr>
          </a:p>
        </p:txBody>
      </p:sp>
      <p:sp>
        <p:nvSpPr>
          <p:cNvPr id="148" name="PlaceHolder 2"/>
          <p:cNvSpPr>
            <a:spLocks noGrp="1"/>
          </p:cNvSpPr>
          <p:nvPr>
            <p:ph type="ftr" idx="76"/>
          </p:nvPr>
        </p:nvSpPr>
        <p:spPr>
          <a:xfrm>
            <a:off x="4038480" y="6356520"/>
            <a:ext cx="4114080" cy="364320"/>
          </a:xfrm>
          <a:prstGeom prst="rect">
            <a:avLst/>
          </a:prstGeom>
          <a:noFill/>
          <a:ln w="0">
            <a:noFill/>
          </a:ln>
        </p:spPr>
        <p:txBody>
          <a:bodyPr lIns="91440" tIns="45720" rIns="91440" bIns="45720" anchor="ctr">
            <a:noAutofit/>
          </a:bodyPr>
          <a:p>
            <a:pPr indent="0" algn="l">
              <a:buNone/>
            </a:pPr>
            <a:endParaRPr lang="en-IN" sz="1200" b="0" u="none" strike="noStrike">
              <a:solidFill>
                <a:schemeClr val="dk1">
                  <a:tint val="75000"/>
                </a:schemeClr>
              </a:solidFill>
              <a:effectLst/>
              <a:uFillTx/>
              <a:latin typeface="Calibri"/>
            </a:endParaRPr>
          </a:p>
        </p:txBody>
      </p:sp>
      <p:sp>
        <p:nvSpPr>
          <p:cNvPr id="149" name="PlaceHolder 3"/>
          <p:cNvSpPr>
            <a:spLocks noGrp="1"/>
          </p:cNvSpPr>
          <p:nvPr>
            <p:ph type="sldNum" idx="77"/>
          </p:nvPr>
        </p:nvSpPr>
        <p:spPr>
          <a:xfrm>
            <a:off x="8610480" y="6356520"/>
            <a:ext cx="274248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1200" b="0" u="none" strike="noStrike">
                <a:solidFill>
                  <a:srgbClr val="8B8B8B"/>
                </a:solidFill>
                <a:effectLst/>
                <a:uFillTx/>
                <a:latin typeface="Calibri"/>
              </a:defRPr>
            </a:lvl1pPr>
          </a:lstStyle>
          <a:p>
            <a:pPr indent="0" algn="r" defTabSz="457200">
              <a:lnSpc>
                <a:spcPct val="100000"/>
              </a:lnSpc>
              <a:buNone/>
              <a:tabLst>
                <a:tab pos="0" algn="l"/>
              </a:tabLst>
            </a:pPr>
            <a:fld id="{05A06397-9C75-488A-889D-46C74B465989}" type="slidenum">
              <a:rPr lang="en-IN" sz="1200" b="0" u="none" strike="noStrike">
                <a:solidFill>
                  <a:srgbClr val="8B8B8B"/>
                </a:solidFill>
                <a:effectLst/>
                <a:uFillTx/>
                <a:latin typeface="Calibri"/>
              </a:rPr>
              <a:t>&lt;number&gt;</a:t>
            </a:fld>
            <a:endParaRPr lang="en-IN" sz="1200" b="0" u="none" strike="noStrike">
              <a:solidFill>
                <a:srgbClr val="000000"/>
              </a:solidFill>
              <a:effectLst/>
              <a:uFillTx/>
              <a:latin typeface="Times New Roman"/>
            </a:endParaRPr>
          </a:p>
        </p:txBody>
      </p:sp>
      <p:sp>
        <p:nvSpPr>
          <p:cNvPr id="150" name="TextBox 8"/>
          <p:cNvSpPr/>
          <p:nvPr/>
        </p:nvSpPr>
        <p:spPr>
          <a:xfrm>
            <a:off x="3020760" y="173520"/>
            <a:ext cx="5853600" cy="645480"/>
          </a:xfrm>
          <a:prstGeom prst="rect">
            <a:avLst/>
          </a:prstGeom>
          <a:solidFill>
            <a:srgbClr val="FFFFFF"/>
          </a:solidFill>
          <a:ln>
            <a:noFill/>
          </a:ln>
        </p:spPr>
        <p:style>
          <a:lnRef idx="2">
            <a:schemeClr val="accent2"/>
          </a:lnRef>
          <a:fillRef idx="1">
            <a:schemeClr val="lt1"/>
          </a:fillRef>
          <a:effectRef idx="0">
            <a:schemeClr val="accent2"/>
          </a:effectRef>
          <a:fontRef idx="minor"/>
        </p:style>
        <p:txBody>
          <a:bodyPr lIns="90000" tIns="45000" rIns="90000" bIns="45000" anchor="t">
            <a:spAutoFit/>
          </a:bodyPr>
          <a:p>
            <a:pPr algn="ctr" defTabSz="457200">
              <a:lnSpc>
                <a:spcPct val="100000"/>
              </a:lnSpc>
              <a:tabLst>
                <a:tab pos="0" algn="l"/>
              </a:tabLst>
            </a:pPr>
            <a:r>
              <a:rPr lang="en-IN" sz="3600" b="1" u="none" strike="noStrike">
                <a:solidFill>
                  <a:srgbClr val="4472C4"/>
                </a:solidFill>
                <a:effectLst/>
                <a:uFillTx/>
                <a:latin typeface="Times New Roman"/>
                <a:ea typeface="Cambria"/>
              </a:rPr>
              <a:t>Outline of Project Work</a:t>
            </a:r>
            <a:endParaRPr lang="en-IN" sz="3600" b="0" u="none" strike="noStrike">
              <a:solidFill>
                <a:srgbClr val="000000"/>
              </a:solidFill>
              <a:effectLst/>
              <a:uFillTx/>
              <a:latin typeface="Arial"/>
            </a:endParaRPr>
          </a:p>
        </p:txBody>
      </p:sp>
      <p:grpSp>
        <p:nvGrpSpPr>
          <p:cNvPr id="151" name="Group 7"/>
          <p:cNvGrpSpPr/>
          <p:nvPr/>
        </p:nvGrpSpPr>
        <p:grpSpPr>
          <a:xfrm>
            <a:off x="2001240" y="1378080"/>
            <a:ext cx="6783840" cy="4438440"/>
            <a:chOff x="2001240" y="1378080"/>
            <a:chExt cx="6783840" cy="4438440"/>
          </a:xfrm>
        </p:grpSpPr>
        <p:sp>
          <p:nvSpPr>
            <p:cNvPr id="152" name="TextBox 15"/>
            <p:cNvSpPr/>
            <p:nvPr/>
          </p:nvSpPr>
          <p:spPr>
            <a:xfrm>
              <a:off x="2747160" y="2978640"/>
              <a:ext cx="4266720" cy="95976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spAutoFit/>
            </a:bodyPr>
            <a:p>
              <a:pPr marL="430200" indent="-343080" defTabSz="457200">
                <a:lnSpc>
                  <a:spcPct val="150000"/>
                </a:lnSpc>
                <a:buClr>
                  <a:srgbClr val="FFFFFF"/>
                </a:buClr>
                <a:buFont typeface="Arial"/>
                <a:buChar char="•"/>
                <a:tabLst>
                  <a:tab pos="444600" algn="l"/>
                </a:tabLst>
              </a:pPr>
              <a:r>
                <a:rPr lang="en-US" sz="2000" b="1" u="none" strike="noStrike">
                  <a:solidFill>
                    <a:srgbClr val="FFFFFF"/>
                  </a:solidFill>
                  <a:effectLst/>
                  <a:uFillTx/>
                  <a:latin typeface="Times New Roman"/>
                  <a:ea typeface="Calibri"/>
                </a:rPr>
                <a:t>Challenges</a:t>
              </a:r>
              <a:endParaRPr lang="en-IN" sz="2000" b="0" u="none" strike="noStrike">
                <a:solidFill>
                  <a:srgbClr val="FFFFFF"/>
                </a:solidFill>
                <a:effectLst/>
                <a:uFillTx/>
                <a:latin typeface="Arial"/>
              </a:endParaRPr>
            </a:p>
            <a:p>
              <a:pPr defTabSz="457200">
                <a:lnSpc>
                  <a:spcPct val="150000"/>
                </a:lnSpc>
                <a:tabLst>
                  <a:tab pos="444600" algn="l"/>
                </a:tabLst>
              </a:pPr>
              <a:endParaRPr lang="en-IN" sz="2000" b="0" u="none" strike="noStrike">
                <a:solidFill>
                  <a:srgbClr val="FFFFFF"/>
                </a:solidFill>
                <a:effectLst/>
                <a:uFillTx/>
                <a:latin typeface="Arial"/>
              </a:endParaRPr>
            </a:p>
          </p:txBody>
        </p:sp>
        <p:sp>
          <p:nvSpPr>
            <p:cNvPr id="153" name="TextBox 17"/>
            <p:cNvSpPr/>
            <p:nvPr/>
          </p:nvSpPr>
          <p:spPr>
            <a:xfrm>
              <a:off x="2994480" y="3474720"/>
              <a:ext cx="4374000" cy="87300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spAutoFit/>
            </a:bodyPr>
            <a:p>
              <a:pPr marL="430200" indent="-343080" defTabSz="457200">
                <a:lnSpc>
                  <a:spcPct val="150000"/>
                </a:lnSpc>
                <a:buClr>
                  <a:srgbClr val="FFFFFF"/>
                </a:buClr>
                <a:buFont typeface="Arial"/>
                <a:buChar char="•"/>
                <a:tabLst>
                  <a:tab pos="444600" algn="l"/>
                </a:tabLst>
              </a:pPr>
              <a:r>
                <a:rPr lang="en-US" sz="1800" b="1" u="none" strike="noStrike">
                  <a:solidFill>
                    <a:srgbClr val="FFFFFF"/>
                  </a:solidFill>
                  <a:effectLst/>
                  <a:uFillTx/>
                  <a:latin typeface="Times New Roman"/>
                  <a:ea typeface="Calibri"/>
                </a:rPr>
                <a:t>Research Objectives</a:t>
              </a:r>
              <a:endParaRPr lang="en-IN" sz="1800" b="0" u="none" strike="noStrike">
                <a:solidFill>
                  <a:srgbClr val="FFFFFF"/>
                </a:solidFill>
                <a:effectLst/>
                <a:uFillTx/>
                <a:latin typeface="Arial"/>
              </a:endParaRPr>
            </a:p>
            <a:p>
              <a:pPr defTabSz="457200">
                <a:lnSpc>
                  <a:spcPct val="150000"/>
                </a:lnSpc>
                <a:tabLst>
                  <a:tab pos="444600" algn="l"/>
                </a:tabLst>
              </a:pPr>
              <a:endParaRPr lang="en-IN" sz="1800" b="0" u="none" strike="noStrike">
                <a:solidFill>
                  <a:srgbClr val="FFFFFF"/>
                </a:solidFill>
                <a:effectLst/>
                <a:uFillTx/>
                <a:latin typeface="Arial"/>
              </a:endParaRPr>
            </a:p>
          </p:txBody>
        </p:sp>
        <p:sp>
          <p:nvSpPr>
            <p:cNvPr id="154" name="TextBox 19"/>
            <p:cNvSpPr/>
            <p:nvPr/>
          </p:nvSpPr>
          <p:spPr>
            <a:xfrm>
              <a:off x="3211560" y="4054320"/>
              <a:ext cx="4528800" cy="93708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spAutoFit/>
            </a:bodyPr>
            <a:p>
              <a:pPr marL="430200" indent="-343080" defTabSz="457200">
                <a:lnSpc>
                  <a:spcPct val="150000"/>
                </a:lnSpc>
                <a:spcBef>
                  <a:spcPts val="505"/>
                </a:spcBef>
                <a:buClr>
                  <a:srgbClr val="FFFFFF"/>
                </a:buClr>
                <a:buFont typeface="Arial"/>
                <a:buChar char="•"/>
                <a:tabLst>
                  <a:tab pos="444600" algn="l"/>
                </a:tabLst>
              </a:pPr>
              <a:r>
                <a:rPr lang="en-US" sz="1800" b="1" u="none" strike="noStrike">
                  <a:solidFill>
                    <a:srgbClr val="FFFFFF"/>
                  </a:solidFill>
                  <a:effectLst/>
                  <a:uFillTx/>
                  <a:latin typeface="Times New Roman"/>
                  <a:ea typeface="Calibri"/>
                </a:rPr>
                <a:t>Conclusion &amp; Future Work</a:t>
              </a:r>
              <a:endParaRPr lang="en-IN" sz="1800" b="0" u="none" strike="noStrike">
                <a:solidFill>
                  <a:srgbClr val="FFFFFF"/>
                </a:solidFill>
                <a:effectLst/>
                <a:uFillTx/>
                <a:latin typeface="Arial"/>
              </a:endParaRPr>
            </a:p>
            <a:p>
              <a:pPr defTabSz="457200">
                <a:lnSpc>
                  <a:spcPct val="150000"/>
                </a:lnSpc>
                <a:spcBef>
                  <a:spcPts val="505"/>
                </a:spcBef>
                <a:tabLst>
                  <a:tab pos="444600" algn="l"/>
                </a:tabLst>
              </a:pPr>
              <a:endParaRPr lang="en-IN" sz="1800" b="0" u="none" strike="noStrike">
                <a:solidFill>
                  <a:srgbClr val="FFFFFF"/>
                </a:solidFill>
                <a:effectLst/>
                <a:uFillTx/>
                <a:latin typeface="Arial"/>
              </a:endParaRPr>
            </a:p>
          </p:txBody>
        </p:sp>
        <p:sp>
          <p:nvSpPr>
            <p:cNvPr id="155" name="TextBox 21"/>
            <p:cNvSpPr/>
            <p:nvPr/>
          </p:nvSpPr>
          <p:spPr>
            <a:xfrm>
              <a:off x="3497760" y="4601520"/>
              <a:ext cx="4773960" cy="91908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spAutoFit/>
            </a:bodyPr>
            <a:p>
              <a:pPr marL="430200" indent="-343080" defTabSz="457200">
                <a:lnSpc>
                  <a:spcPct val="150000"/>
                </a:lnSpc>
                <a:spcBef>
                  <a:spcPts val="505"/>
                </a:spcBef>
                <a:buClr>
                  <a:srgbClr val="FFFFFF"/>
                </a:buClr>
                <a:buFont typeface="Arial"/>
                <a:buChar char="•"/>
                <a:tabLst>
                  <a:tab pos="444600" algn="l"/>
                </a:tabLst>
              </a:pPr>
              <a:r>
                <a:rPr lang="en-US" sz="2000" b="1" u="none" strike="noStrike">
                  <a:solidFill>
                    <a:srgbClr val="FFFFFF"/>
                  </a:solidFill>
                  <a:effectLst/>
                  <a:uFillTx/>
                  <a:latin typeface="Times New Roman"/>
                  <a:ea typeface="Calibri"/>
                </a:rPr>
                <a:t>References</a:t>
              </a:r>
              <a:br>
                <a:rPr sz="1800"/>
              </a:br>
              <a:r>
                <a:rPr lang="en-US" sz="1800" b="1" u="none" strike="noStrike">
                  <a:solidFill>
                    <a:srgbClr val="FFFFFF"/>
                  </a:solidFill>
                  <a:effectLst/>
                  <a:uFillTx/>
                  <a:latin typeface="Times New Roman"/>
                  <a:ea typeface="Calibri"/>
                </a:rPr>
                <a:t> </a:t>
              </a:r>
              <a:endParaRPr lang="en-IN" sz="1800" b="0" u="none" strike="noStrike">
                <a:solidFill>
                  <a:srgbClr val="FFFFFF"/>
                </a:solidFill>
                <a:effectLst/>
                <a:uFillTx/>
                <a:latin typeface="Arial"/>
              </a:endParaRPr>
            </a:p>
          </p:txBody>
        </p:sp>
        <p:sp>
          <p:nvSpPr>
            <p:cNvPr id="156" name="TextBox 23"/>
            <p:cNvSpPr/>
            <p:nvPr/>
          </p:nvSpPr>
          <p:spPr>
            <a:xfrm>
              <a:off x="3894120" y="5204520"/>
              <a:ext cx="4890960" cy="61200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spAutoFit/>
            </a:bodyPr>
            <a:p>
              <a:pPr marL="430200" indent="-343080" defTabSz="457200">
                <a:lnSpc>
                  <a:spcPct val="150000"/>
                </a:lnSpc>
                <a:spcBef>
                  <a:spcPts val="505"/>
                </a:spcBef>
                <a:buClr>
                  <a:srgbClr val="FFFFFF"/>
                </a:buClr>
                <a:buFont typeface="Arial"/>
                <a:buChar char="•"/>
                <a:tabLst>
                  <a:tab pos="444600" algn="l"/>
                </a:tabLst>
              </a:pPr>
              <a:r>
                <a:rPr lang="en-US" sz="1800" b="1" u="none" strike="noStrike">
                  <a:solidFill>
                    <a:srgbClr val="FFFFFF"/>
                  </a:solidFill>
                  <a:effectLst/>
                  <a:uFillTx/>
                  <a:latin typeface="Times New Roman"/>
                  <a:ea typeface="Calibri"/>
                </a:rPr>
                <a:t>Publications Details</a:t>
              </a:r>
              <a:endParaRPr lang="en-IN" sz="1800" b="0" u="none" strike="noStrike">
                <a:solidFill>
                  <a:srgbClr val="FFFFFF"/>
                </a:solidFill>
                <a:effectLst/>
                <a:uFillTx/>
                <a:latin typeface="Arial"/>
              </a:endParaRPr>
            </a:p>
            <a:p>
              <a:pPr defTabSz="457200">
                <a:lnSpc>
                  <a:spcPct val="150000"/>
                </a:lnSpc>
                <a:spcBef>
                  <a:spcPts val="505"/>
                </a:spcBef>
                <a:tabLst>
                  <a:tab pos="444600" algn="l"/>
                </a:tabLst>
              </a:pPr>
              <a:endParaRPr lang="en-IN" sz="100" b="0" u="none" strike="noStrike">
                <a:solidFill>
                  <a:srgbClr val="FFFFFF"/>
                </a:solidFill>
                <a:effectLst/>
                <a:uFillTx/>
                <a:latin typeface="Arial"/>
              </a:endParaRPr>
            </a:p>
          </p:txBody>
        </p:sp>
        <p:pic>
          <p:nvPicPr>
            <p:cNvPr id="157" name="Graphic 6"/>
            <p:cNvPicPr/>
            <p:nvPr/>
          </p:nvPicPr>
          <p:blipFill>
            <a:blip r:embed="rId1">
              <a:extLst>
                <a:ext uri="{96DAC541-7B7A-43D3-8B79-37D633B846F1}">
                  <asvg:svgBlip xmlns:asvg="http://schemas.microsoft.com/office/drawing/2016/SVG/main" r:embed="rId2"/>
                </a:ext>
              </a:extLst>
            </a:blip>
            <a:stretch/>
          </p:blipFill>
          <p:spPr>
            <a:xfrm flipH="1" rot="21415800">
              <a:off x="8301240" y="4723920"/>
              <a:ext cx="455040" cy="535680"/>
            </a:xfrm>
            <a:prstGeom prst="rect">
              <a:avLst/>
            </a:prstGeom>
            <a:noFill/>
            <a:ln w="0">
              <a:noFill/>
            </a:ln>
          </p:spPr>
        </p:pic>
        <p:sp>
          <p:nvSpPr>
            <p:cNvPr id="158" name="Content Placeholder 11"/>
            <p:cNvSpPr/>
            <p:nvPr/>
          </p:nvSpPr>
          <p:spPr>
            <a:xfrm>
              <a:off x="2001240" y="1378080"/>
              <a:ext cx="3547440" cy="74844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normAutofit/>
            </a:bodyPr>
            <a:p>
              <a:pPr marL="430200" indent="-343080" defTabSz="914400">
                <a:lnSpc>
                  <a:spcPct val="150000"/>
                </a:lnSpc>
                <a:buClr>
                  <a:srgbClr val="FFFFFF"/>
                </a:buClr>
                <a:buFont typeface="Arial"/>
                <a:buChar char="•"/>
                <a:tabLst>
                  <a:tab pos="444600" algn="l"/>
                </a:tabLst>
              </a:pPr>
              <a:r>
                <a:rPr lang="en-US" sz="2000" b="1" u="none" strike="noStrike">
                  <a:solidFill>
                    <a:srgbClr val="FFFFFF"/>
                  </a:solidFill>
                  <a:effectLst/>
                  <a:uFillTx/>
                  <a:latin typeface="Times New Roman"/>
                  <a:ea typeface="Calibri"/>
                </a:rPr>
                <a:t>Focus</a:t>
              </a:r>
              <a:endParaRPr lang="en-IN" sz="2000" b="0" u="none" strike="noStrike">
                <a:solidFill>
                  <a:srgbClr val="FFFFFF"/>
                </a:solidFill>
                <a:effectLst/>
                <a:uFillTx/>
                <a:latin typeface="Arial"/>
              </a:endParaRPr>
            </a:p>
            <a:p>
              <a:pPr defTabSz="914400">
                <a:lnSpc>
                  <a:spcPct val="150000"/>
                </a:lnSpc>
                <a:tabLst>
                  <a:tab pos="444600" algn="l"/>
                </a:tabLst>
              </a:pPr>
              <a:endParaRPr lang="en-IN" sz="2000" b="0" u="none" strike="noStrike">
                <a:solidFill>
                  <a:srgbClr val="FFFFFF"/>
                </a:solidFill>
                <a:effectLst/>
                <a:uFillTx/>
                <a:latin typeface="Arial"/>
              </a:endParaRPr>
            </a:p>
            <a:p>
              <a:pPr defTabSz="914400">
                <a:lnSpc>
                  <a:spcPct val="150000"/>
                </a:lnSpc>
                <a:tabLst>
                  <a:tab pos="444600" algn="l"/>
                </a:tabLst>
              </a:pPr>
              <a:endParaRPr lang="en-IN" sz="2000" b="0" u="none" strike="noStrike">
                <a:solidFill>
                  <a:srgbClr val="FFFFFF"/>
                </a:solidFill>
                <a:effectLst/>
                <a:uFillTx/>
                <a:latin typeface="Arial"/>
              </a:endParaRPr>
            </a:p>
            <a:p>
              <a:pPr defTabSz="914400">
                <a:lnSpc>
                  <a:spcPct val="150000"/>
                </a:lnSpc>
                <a:tabLst>
                  <a:tab pos="444600" algn="l"/>
                </a:tabLst>
              </a:pPr>
              <a:endParaRPr lang="en-IN" sz="2000" b="0" u="none" strike="noStrike">
                <a:solidFill>
                  <a:srgbClr val="FFFFFF"/>
                </a:solidFill>
                <a:effectLst/>
                <a:uFillTx/>
                <a:latin typeface="Arial"/>
              </a:endParaRPr>
            </a:p>
            <a:p>
              <a:pPr defTabSz="914400">
                <a:lnSpc>
                  <a:spcPct val="150000"/>
                </a:lnSpc>
                <a:tabLst>
                  <a:tab pos="444600" algn="l"/>
                </a:tabLst>
              </a:pPr>
              <a:endParaRPr lang="en-IN" sz="2000" b="0" u="none" strike="noStrike">
                <a:solidFill>
                  <a:srgbClr val="FFFFFF"/>
                </a:solidFill>
                <a:effectLst/>
                <a:uFillTx/>
                <a:latin typeface="Arial"/>
              </a:endParaRPr>
            </a:p>
            <a:p>
              <a:pPr defTabSz="914400">
                <a:lnSpc>
                  <a:spcPct val="150000"/>
                </a:lnSpc>
                <a:spcBef>
                  <a:spcPts val="505"/>
                </a:spcBef>
                <a:tabLst>
                  <a:tab pos="444600" algn="l"/>
                </a:tabLst>
              </a:pPr>
              <a:endParaRPr lang="en-IN" sz="2000" b="0" u="none" strike="noStrike">
                <a:solidFill>
                  <a:srgbClr val="FFFFFF"/>
                </a:solidFill>
                <a:effectLst/>
                <a:uFillTx/>
                <a:latin typeface="Arial"/>
              </a:endParaRPr>
            </a:p>
            <a:p>
              <a:pPr defTabSz="914400">
                <a:lnSpc>
                  <a:spcPct val="130000"/>
                </a:lnSpc>
                <a:spcBef>
                  <a:spcPts val="505"/>
                </a:spcBef>
                <a:tabLst>
                  <a:tab pos="444600" algn="l"/>
                </a:tabLst>
              </a:pPr>
              <a:endParaRPr lang="en-IN" sz="2200" b="0" u="none" strike="noStrike">
                <a:solidFill>
                  <a:srgbClr val="FFFFFF"/>
                </a:solidFill>
                <a:effectLst/>
                <a:uFillTx/>
                <a:latin typeface="Arial"/>
              </a:endParaRPr>
            </a:p>
            <a:p>
              <a:pPr defTabSz="914400">
                <a:lnSpc>
                  <a:spcPct val="130000"/>
                </a:lnSpc>
                <a:spcBef>
                  <a:spcPts val="505"/>
                </a:spcBef>
                <a:tabLst>
                  <a:tab pos="444600" algn="l"/>
                </a:tabLst>
              </a:pPr>
              <a:endParaRPr lang="en-IN" sz="2200" b="0" u="none" strike="noStrike">
                <a:solidFill>
                  <a:srgbClr val="FFFFFF"/>
                </a:solidFill>
                <a:effectLst/>
                <a:uFillTx/>
                <a:latin typeface="Arial"/>
              </a:endParaRPr>
            </a:p>
            <a:p>
              <a:pPr defTabSz="914400">
                <a:lnSpc>
                  <a:spcPct val="100000"/>
                </a:lnSpc>
                <a:tabLst>
                  <a:tab pos="444600" algn="l"/>
                </a:tabLst>
              </a:pPr>
              <a:endParaRPr lang="en-IN" sz="2400" b="0" u="none" strike="noStrike">
                <a:solidFill>
                  <a:srgbClr val="FFFFFF"/>
                </a:solidFill>
                <a:effectLst/>
                <a:uFillTx/>
                <a:latin typeface="Arial"/>
              </a:endParaRPr>
            </a:p>
          </p:txBody>
        </p:sp>
        <p:sp>
          <p:nvSpPr>
            <p:cNvPr id="159" name="Content Placeholder 11"/>
            <p:cNvSpPr/>
            <p:nvPr/>
          </p:nvSpPr>
          <p:spPr>
            <a:xfrm>
              <a:off x="2281680" y="1939320"/>
              <a:ext cx="3885480" cy="66564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normAutofit/>
            </a:bodyPr>
            <a:p>
              <a:pPr marL="430200" indent="-343080" defTabSz="914400">
                <a:lnSpc>
                  <a:spcPct val="150000"/>
                </a:lnSpc>
                <a:buClr>
                  <a:srgbClr val="FFFFFF"/>
                </a:buClr>
                <a:buFont typeface="Arial"/>
                <a:buChar char="•"/>
                <a:tabLst>
                  <a:tab pos="444600" algn="l"/>
                </a:tabLst>
              </a:pPr>
              <a:r>
                <a:rPr lang="en-US" sz="2000" b="1" u="none" strike="noStrike">
                  <a:solidFill>
                    <a:srgbClr val="FFFFFF"/>
                  </a:solidFill>
                  <a:effectLst/>
                  <a:uFillTx/>
                  <a:latin typeface="Times New Roman"/>
                  <a:ea typeface="Calibri"/>
                </a:rPr>
                <a:t>Introduction</a:t>
              </a:r>
              <a:endParaRPr lang="en-IN" sz="2000" b="0" u="none" strike="noStrike">
                <a:solidFill>
                  <a:srgbClr val="FFFFFF"/>
                </a:solidFill>
                <a:effectLst/>
                <a:uFillTx/>
                <a:latin typeface="Arial"/>
              </a:endParaRPr>
            </a:p>
            <a:p>
              <a:pPr defTabSz="914400">
                <a:lnSpc>
                  <a:spcPct val="150000"/>
                </a:lnSpc>
                <a:tabLst>
                  <a:tab pos="444600" algn="l"/>
                </a:tabLst>
              </a:pPr>
              <a:endParaRPr lang="en-IN" sz="2000" b="0" u="none" strike="noStrike">
                <a:solidFill>
                  <a:srgbClr val="FFFFFF"/>
                </a:solidFill>
                <a:effectLst/>
                <a:uFillTx/>
                <a:latin typeface="Arial"/>
              </a:endParaRPr>
            </a:p>
            <a:p>
              <a:pPr defTabSz="914400">
                <a:lnSpc>
                  <a:spcPct val="150000"/>
                </a:lnSpc>
                <a:tabLst>
                  <a:tab pos="444600" algn="l"/>
                </a:tabLst>
              </a:pPr>
              <a:endParaRPr lang="en-IN" sz="2000" b="0" u="none" strike="noStrike">
                <a:solidFill>
                  <a:srgbClr val="FFFFFF"/>
                </a:solidFill>
                <a:effectLst/>
                <a:uFillTx/>
                <a:latin typeface="Arial"/>
              </a:endParaRPr>
            </a:p>
            <a:p>
              <a:pPr defTabSz="914400">
                <a:lnSpc>
                  <a:spcPct val="150000"/>
                </a:lnSpc>
                <a:tabLst>
                  <a:tab pos="444600" algn="l"/>
                </a:tabLst>
              </a:pPr>
              <a:endParaRPr lang="en-IN" sz="2000" b="0" u="none" strike="noStrike">
                <a:solidFill>
                  <a:srgbClr val="FFFFFF"/>
                </a:solidFill>
                <a:effectLst/>
                <a:uFillTx/>
                <a:latin typeface="Arial"/>
              </a:endParaRPr>
            </a:p>
            <a:p>
              <a:pPr defTabSz="914400">
                <a:lnSpc>
                  <a:spcPct val="150000"/>
                </a:lnSpc>
                <a:tabLst>
                  <a:tab pos="444600" algn="l"/>
                </a:tabLst>
              </a:pPr>
              <a:endParaRPr lang="en-IN" sz="2000" b="0" u="none" strike="noStrike">
                <a:solidFill>
                  <a:srgbClr val="FFFFFF"/>
                </a:solidFill>
                <a:effectLst/>
                <a:uFillTx/>
                <a:latin typeface="Arial"/>
              </a:endParaRPr>
            </a:p>
            <a:p>
              <a:pPr defTabSz="914400">
                <a:lnSpc>
                  <a:spcPct val="150000"/>
                </a:lnSpc>
                <a:spcBef>
                  <a:spcPts val="505"/>
                </a:spcBef>
                <a:tabLst>
                  <a:tab pos="444600" algn="l"/>
                </a:tabLst>
              </a:pPr>
              <a:endParaRPr lang="en-IN" sz="2000" b="0" u="none" strike="noStrike">
                <a:solidFill>
                  <a:srgbClr val="FFFFFF"/>
                </a:solidFill>
                <a:effectLst/>
                <a:uFillTx/>
                <a:latin typeface="Arial"/>
              </a:endParaRPr>
            </a:p>
            <a:p>
              <a:pPr defTabSz="914400">
                <a:lnSpc>
                  <a:spcPct val="130000"/>
                </a:lnSpc>
                <a:spcBef>
                  <a:spcPts val="505"/>
                </a:spcBef>
                <a:tabLst>
                  <a:tab pos="444600" algn="l"/>
                </a:tabLst>
              </a:pPr>
              <a:endParaRPr lang="en-IN" sz="2200" b="0" u="none" strike="noStrike">
                <a:solidFill>
                  <a:srgbClr val="FFFFFF"/>
                </a:solidFill>
                <a:effectLst/>
                <a:uFillTx/>
                <a:latin typeface="Arial"/>
              </a:endParaRPr>
            </a:p>
            <a:p>
              <a:pPr defTabSz="914400">
                <a:lnSpc>
                  <a:spcPct val="130000"/>
                </a:lnSpc>
                <a:spcBef>
                  <a:spcPts val="505"/>
                </a:spcBef>
                <a:tabLst>
                  <a:tab pos="444600" algn="l"/>
                </a:tabLst>
              </a:pPr>
              <a:endParaRPr lang="en-IN" sz="2200" b="0" u="none" strike="noStrike">
                <a:solidFill>
                  <a:srgbClr val="FFFFFF"/>
                </a:solidFill>
                <a:effectLst/>
                <a:uFillTx/>
                <a:latin typeface="Arial"/>
              </a:endParaRPr>
            </a:p>
            <a:p>
              <a:pPr defTabSz="914400">
                <a:lnSpc>
                  <a:spcPct val="100000"/>
                </a:lnSpc>
                <a:tabLst>
                  <a:tab pos="444600" algn="l"/>
                </a:tabLst>
              </a:pPr>
              <a:endParaRPr lang="en-IN" sz="2400" b="0" u="none" strike="noStrike">
                <a:solidFill>
                  <a:srgbClr val="FFFFFF"/>
                </a:solidFill>
                <a:effectLst/>
                <a:uFillTx/>
                <a:latin typeface="Arial"/>
              </a:endParaRPr>
            </a:p>
          </p:txBody>
        </p:sp>
        <p:pic>
          <p:nvPicPr>
            <p:cNvPr id="160" name="Graphic 35"/>
            <p:cNvPicPr/>
            <p:nvPr/>
          </p:nvPicPr>
          <p:blipFill>
            <a:blip r:embed="rId3">
              <a:extLst>
                <a:ext uri="{96DAC541-7B7A-43D3-8B79-37D633B846F1}">
                  <asvg:svgBlip xmlns:asvg="http://schemas.microsoft.com/office/drawing/2016/SVG/main" r:embed="rId4"/>
                </a:ext>
              </a:extLst>
            </a:blip>
            <a:stretch/>
          </p:blipFill>
          <p:spPr>
            <a:xfrm flipH="1" rot="21415800">
              <a:off x="7755480" y="4080240"/>
              <a:ext cx="455040" cy="535680"/>
            </a:xfrm>
            <a:prstGeom prst="rect">
              <a:avLst/>
            </a:prstGeom>
            <a:noFill/>
            <a:ln w="0">
              <a:noFill/>
            </a:ln>
          </p:spPr>
        </p:pic>
        <p:pic>
          <p:nvPicPr>
            <p:cNvPr id="161" name="Graphic 36"/>
            <p:cNvPicPr/>
            <p:nvPr/>
          </p:nvPicPr>
          <p:blipFill>
            <a:blip r:embed="rId5">
              <a:extLst>
                <a:ext uri="{96DAC541-7B7A-43D3-8B79-37D633B846F1}">
                  <asvg:svgBlip xmlns:asvg="http://schemas.microsoft.com/office/drawing/2016/SVG/main" r:embed="rId6"/>
                </a:ext>
              </a:extLst>
            </a:blip>
            <a:stretch/>
          </p:blipFill>
          <p:spPr>
            <a:xfrm flipH="1" rot="21415800">
              <a:off x="7301880" y="3534840"/>
              <a:ext cx="455040" cy="535680"/>
            </a:xfrm>
            <a:prstGeom prst="rect">
              <a:avLst/>
            </a:prstGeom>
            <a:noFill/>
            <a:ln w="0">
              <a:noFill/>
            </a:ln>
          </p:spPr>
        </p:pic>
        <p:pic>
          <p:nvPicPr>
            <p:cNvPr id="162" name="Graphic 37"/>
            <p:cNvPicPr/>
            <p:nvPr/>
          </p:nvPicPr>
          <p:blipFill>
            <a:blip r:embed="rId7">
              <a:extLst>
                <a:ext uri="{96DAC541-7B7A-43D3-8B79-37D633B846F1}">
                  <asvg:svgBlip xmlns:asvg="http://schemas.microsoft.com/office/drawing/2016/SVG/main" r:embed="rId8"/>
                </a:ext>
              </a:extLst>
            </a:blip>
            <a:stretch/>
          </p:blipFill>
          <p:spPr>
            <a:xfrm flipH="1" rot="21415800">
              <a:off x="6935400" y="2921760"/>
              <a:ext cx="455040" cy="535680"/>
            </a:xfrm>
            <a:prstGeom prst="rect">
              <a:avLst/>
            </a:prstGeom>
            <a:noFill/>
            <a:ln w="0">
              <a:noFill/>
            </a:ln>
          </p:spPr>
        </p:pic>
        <p:pic>
          <p:nvPicPr>
            <p:cNvPr id="163" name="Graphic 38"/>
            <p:cNvPicPr/>
            <p:nvPr/>
          </p:nvPicPr>
          <p:blipFill>
            <a:blip r:embed="rId9">
              <a:extLst>
                <a:ext uri="{96DAC541-7B7A-43D3-8B79-37D633B846F1}">
                  <asvg:svgBlip xmlns:asvg="http://schemas.microsoft.com/office/drawing/2016/SVG/main" r:embed="rId10"/>
                </a:ext>
              </a:extLst>
            </a:blip>
            <a:stretch/>
          </p:blipFill>
          <p:spPr>
            <a:xfrm flipH="1" rot="21415800">
              <a:off x="6514920" y="2488320"/>
              <a:ext cx="455040" cy="535680"/>
            </a:xfrm>
            <a:prstGeom prst="rect">
              <a:avLst/>
            </a:prstGeom>
            <a:noFill/>
            <a:ln w="0">
              <a:noFill/>
            </a:ln>
          </p:spPr>
        </p:pic>
        <p:pic>
          <p:nvPicPr>
            <p:cNvPr id="164" name="Graphic 39"/>
            <p:cNvPicPr/>
            <p:nvPr/>
          </p:nvPicPr>
          <p:blipFill>
            <a:blip r:embed="rId11">
              <a:extLst>
                <a:ext uri="{96DAC541-7B7A-43D3-8B79-37D633B846F1}">
                  <asvg:svgBlip xmlns:asvg="http://schemas.microsoft.com/office/drawing/2016/SVG/main" r:embed="rId12"/>
                </a:ext>
              </a:extLst>
            </a:blip>
            <a:stretch/>
          </p:blipFill>
          <p:spPr>
            <a:xfrm flipH="1" rot="21415800">
              <a:off x="6112080" y="1973880"/>
              <a:ext cx="455040" cy="535680"/>
            </a:xfrm>
            <a:prstGeom prst="rect">
              <a:avLst/>
            </a:prstGeom>
            <a:noFill/>
            <a:ln w="0">
              <a:noFill/>
            </a:ln>
          </p:spPr>
        </p:pic>
        <p:pic>
          <p:nvPicPr>
            <p:cNvPr id="165" name="Graphic 40"/>
            <p:cNvPicPr/>
            <p:nvPr/>
          </p:nvPicPr>
          <p:blipFill>
            <a:blip r:embed="rId13">
              <a:extLst>
                <a:ext uri="{96DAC541-7B7A-43D3-8B79-37D633B846F1}">
                  <asvg:svgBlip xmlns:asvg="http://schemas.microsoft.com/office/drawing/2016/SVG/main" r:embed="rId14"/>
                </a:ext>
              </a:extLst>
            </a:blip>
            <a:stretch/>
          </p:blipFill>
          <p:spPr>
            <a:xfrm flipH="1" rot="21415800">
              <a:off x="5698080" y="1442520"/>
              <a:ext cx="455040" cy="535680"/>
            </a:xfrm>
            <a:prstGeom prst="rect">
              <a:avLst/>
            </a:prstGeom>
            <a:noFill/>
            <a:ln w="0">
              <a:noFill/>
            </a:ln>
          </p:spPr>
        </p:pic>
        <p:sp>
          <p:nvSpPr>
            <p:cNvPr id="166" name="TextBox 13"/>
            <p:cNvSpPr/>
            <p:nvPr/>
          </p:nvSpPr>
          <p:spPr>
            <a:xfrm>
              <a:off x="2562120" y="2494800"/>
              <a:ext cx="4003560" cy="50616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spAutoFit/>
            </a:bodyPr>
            <a:p>
              <a:pPr marL="430200" indent="-343080" defTabSz="457200">
                <a:lnSpc>
                  <a:spcPct val="150000"/>
                </a:lnSpc>
                <a:buClr>
                  <a:srgbClr val="FFFFFF"/>
                </a:buClr>
                <a:buFont typeface="Arial"/>
                <a:buChar char="•"/>
                <a:tabLst>
                  <a:tab pos="444600" algn="l"/>
                </a:tabLst>
              </a:pPr>
              <a:r>
                <a:rPr lang="en-US" sz="2040" b="1" u="none" strike="noStrike">
                  <a:solidFill>
                    <a:srgbClr val="FFFFFF"/>
                  </a:solidFill>
                  <a:effectLst/>
                  <a:uFillTx/>
                  <a:latin typeface="Times New Roman"/>
                  <a:ea typeface="Calibri"/>
                </a:rPr>
                <a:t>Literature Survey</a:t>
              </a:r>
              <a:endParaRPr lang="en-IN" sz="2040" b="0" u="none" strike="noStrike">
                <a:solidFill>
                  <a:srgbClr val="FFFFFF"/>
                </a:solidFill>
                <a:effectLst/>
                <a:uFillTx/>
                <a:latin typeface="Arial"/>
              </a:endParaRPr>
            </a:p>
          </p:txBody>
        </p:sp>
      </p:grpSp>
      <p:graphicFrame>
        <p:nvGraphicFramePr>
          <p:cNvPr id="167" name="Diagram1"/>
          <p:cNvGraphicFramePr/>
          <p:nvPr>
            <p:extLst>
              <p:ext uri="{D42A27DB-BD31-4B8C-83A1-F6EECF244321}">
                <p14:modId xmlns:p14="http://schemas.microsoft.com/office/powerpoint/2010/main" val="323004000"/>
              </p:ext>
            </p:extLst>
          </p:nvPr>
        </p:nvGraphicFramePr>
        <p:xfrm>
          <a:off x="41400" y="115560"/>
          <a:ext cx="1473840" cy="941760"/>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pic>
        <p:nvPicPr>
          <p:cNvPr id="168" name="Picture 9"/>
          <p:cNvPicPr/>
          <p:nvPr/>
        </p:nvPicPr>
        <p:blipFill>
          <a:blip r:embed="rId19"/>
          <a:stretch/>
        </p:blipFill>
        <p:spPr>
          <a:xfrm>
            <a:off x="10249560" y="0"/>
            <a:ext cx="1900440" cy="6217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TextBox 4"/>
          <p:cNvSpPr/>
          <p:nvPr/>
        </p:nvSpPr>
        <p:spPr>
          <a:xfrm>
            <a:off x="3992040" y="482400"/>
            <a:ext cx="6095160" cy="6454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3600" b="1" u="none" strike="noStrike">
                <a:solidFill>
                  <a:schemeClr val="dk1"/>
                </a:solidFill>
                <a:effectLst/>
                <a:uFillTx/>
                <a:latin typeface="Aptos"/>
              </a:rPr>
              <a:t>Problem Statement</a:t>
            </a:r>
            <a:endParaRPr lang="en-IN" sz="3600" b="0" u="none" strike="noStrike">
              <a:solidFill>
                <a:srgbClr val="000000"/>
              </a:solidFill>
              <a:effectLst/>
              <a:uFillTx/>
              <a:latin typeface="Arial"/>
            </a:endParaRPr>
          </a:p>
        </p:txBody>
      </p:sp>
      <p:pic>
        <p:nvPicPr>
          <p:cNvPr id="170" name="Picture 2"/>
          <p:cNvPicPr/>
          <p:nvPr/>
        </p:nvPicPr>
        <p:blipFill>
          <a:blip r:embed="rId1"/>
          <a:stretch/>
        </p:blipFill>
        <p:spPr>
          <a:xfrm>
            <a:off x="10249560" y="0"/>
            <a:ext cx="1941840" cy="621720"/>
          </a:xfrm>
          <a:prstGeom prst="rect">
            <a:avLst/>
          </a:prstGeom>
          <a:noFill/>
          <a:ln w="0">
            <a:noFill/>
          </a:ln>
        </p:spPr>
      </p:pic>
      <p:sp>
        <p:nvSpPr>
          <p:cNvPr id="171" name=""/>
          <p:cNvSpPr/>
          <p:nvPr/>
        </p:nvSpPr>
        <p:spPr>
          <a:xfrm>
            <a:off x="867600" y="1178640"/>
            <a:ext cx="10832040" cy="5301000"/>
          </a:xfrm>
          <a:prstGeom prst="rect">
            <a:avLst/>
          </a:prstGeom>
          <a:noFill/>
          <a:ln w="38160">
            <a:noFill/>
          </a:ln>
        </p:spPr>
        <p:style>
          <a:lnRef idx="0"/>
          <a:fillRef idx="0"/>
          <a:effectRef idx="0"/>
          <a:fontRef idx="minor"/>
        </p:style>
        <p:txBody>
          <a:bodyPr lIns="90000" tIns="45000" rIns="90000" bIns="45000" anchor="t">
            <a:spAutoFit/>
          </a:bodyPr>
          <a:p>
            <a:pPr algn="ctr">
              <a:lnSpc>
                <a:spcPct val="100000"/>
              </a:lnSpc>
            </a:pPr>
            <a:r>
              <a:rPr lang="en-IN" sz="2000" b="0" u="none" strike="noStrike">
                <a:solidFill>
                  <a:schemeClr val="dk1"/>
                </a:solidFill>
                <a:effectLst/>
                <a:uFillTx/>
                <a:latin typeface="Aptos"/>
              </a:rPr>
              <a:t>Organizations face significant challenges in </a:t>
            </a:r>
            <a:r>
              <a:rPr lang="en-IN" sz="2000" b="1" u="none" strike="noStrike">
                <a:solidFill>
                  <a:schemeClr val="dk1"/>
                </a:solidFill>
                <a:effectLst/>
                <a:uFillTx/>
                <a:latin typeface="Aptos"/>
              </a:rPr>
              <a:t>identifying, tracking, prioritizing, and resolving security vulnerabilities</a:t>
            </a:r>
            <a:r>
              <a:rPr lang="en-IN" sz="2000" b="0" u="none" strike="noStrike">
                <a:solidFill>
                  <a:schemeClr val="dk1"/>
                </a:solidFill>
                <a:effectLst/>
                <a:uFillTx/>
                <a:latin typeface="Aptos"/>
              </a:rPr>
              <a:t> because these activities are often managed through fragmented and manual workflows. Security analysts may detect and report vulnerabilities, while developers are responsible for fixing them, but the absence of a unified platform creates communication gaps and delays in the remediation process. In addition, vulnerabilities may not be properly classified according to their severity, making it difficult to identify which security issues require immediate attention. Without automated lifecycle tracking, organizations may also lose visibility into whether a vulnerability has been reported, assigned, addressed, verified, or closed. The lack of timely notifications for new assignments, status changes, and approaching remediation deadlines can further increase the risk of critical vulnerabilities being overlooked. Therefore, there is a need for a </a:t>
            </a:r>
            <a:r>
              <a:rPr lang="en-IN" sz="2000" b="1" u="none" strike="noStrike">
                <a:solidFill>
                  <a:schemeClr val="dk1"/>
                </a:solidFill>
                <a:effectLst/>
                <a:uFillTx/>
                <a:latin typeface="Aptos"/>
              </a:rPr>
              <a:t>centralized Vulnerability Tracking and Remediation System</a:t>
            </a:r>
            <a:r>
              <a:rPr lang="en-IN" sz="2000" b="0" u="none" strike="noStrike">
                <a:solidFill>
                  <a:schemeClr val="dk1"/>
                </a:solidFill>
                <a:effectLst/>
                <a:uFillTx/>
                <a:latin typeface="Aptos"/>
              </a:rPr>
              <a:t> that brings these activities together, provides clear visibility into vulnerability status and severity, improves communication between security analysts and developers, and helps organizations reduce remediation delays and overall security exposure.</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TextBox 4"/>
          <p:cNvSpPr/>
          <p:nvPr/>
        </p:nvSpPr>
        <p:spPr>
          <a:xfrm>
            <a:off x="3048120" y="469080"/>
            <a:ext cx="6095160" cy="6454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3600" b="1" u="none" strike="noStrike">
                <a:solidFill>
                  <a:schemeClr val="dk1"/>
                </a:solidFill>
                <a:effectLst/>
                <a:uFillTx/>
                <a:latin typeface="Aptos"/>
              </a:rPr>
              <a:t>Objectives</a:t>
            </a:r>
            <a:endParaRPr lang="en-IN" sz="3600" b="0" u="none" strike="noStrike">
              <a:solidFill>
                <a:srgbClr val="000000"/>
              </a:solidFill>
              <a:effectLst/>
              <a:uFillTx/>
              <a:latin typeface="Arial"/>
            </a:endParaRPr>
          </a:p>
        </p:txBody>
      </p:sp>
      <p:pic>
        <p:nvPicPr>
          <p:cNvPr id="173" name="Picture 2"/>
          <p:cNvPicPr/>
          <p:nvPr/>
        </p:nvPicPr>
        <p:blipFill>
          <a:blip r:embed="rId1"/>
          <a:stretch/>
        </p:blipFill>
        <p:spPr>
          <a:xfrm>
            <a:off x="10249560" y="0"/>
            <a:ext cx="1941840" cy="621720"/>
          </a:xfrm>
          <a:prstGeom prst="rect">
            <a:avLst/>
          </a:prstGeom>
          <a:noFill/>
          <a:ln w="0">
            <a:noFill/>
          </a:ln>
        </p:spPr>
      </p:pic>
      <p:sp>
        <p:nvSpPr>
          <p:cNvPr id="174" name="TextBox 2"/>
          <p:cNvSpPr/>
          <p:nvPr/>
        </p:nvSpPr>
        <p:spPr>
          <a:xfrm>
            <a:off x="651600" y="987840"/>
            <a:ext cx="11228040" cy="5883120"/>
          </a:xfrm>
          <a:prstGeom prst="rect">
            <a:avLst/>
          </a:prstGeom>
          <a:noFill/>
          <a:ln w="0">
            <a:noFill/>
          </a:ln>
        </p:spPr>
        <p:style>
          <a:lnRef idx="0"/>
          <a:fillRef idx="0"/>
          <a:effectRef idx="0"/>
          <a:fontRef idx="minor"/>
        </p:style>
        <p:txBody>
          <a:bodyPr lIns="90000" tIns="45000" rIns="90000" bIns="45000" anchor="t">
            <a:spAutoFit/>
          </a:bodyPr>
          <a:p>
            <a:pPr marL="285840" indent="-285840" algn="just" defTabSz="914400">
              <a:lnSpc>
                <a:spcPct val="100000"/>
              </a:lnSpc>
              <a:buClr>
                <a:srgbClr val="000000"/>
              </a:buClr>
              <a:buFont typeface="Arial"/>
              <a:buChar char="•"/>
            </a:pPr>
            <a:r>
              <a:rPr lang="en-IN" sz="2000" b="1" u="none" strike="noStrike">
                <a:solidFill>
                  <a:schemeClr val="dk1"/>
                </a:solidFill>
                <a:effectLst/>
                <a:uFillTx/>
                <a:latin typeface="Aptos"/>
              </a:rPr>
              <a:t>Role-Based Access Control:</a:t>
            </a:r>
            <a:r>
              <a:rPr lang="en-IN" sz="2000" b="0" u="none" strike="noStrike">
                <a:solidFill>
                  <a:schemeClr val="dk1"/>
                </a:solidFill>
                <a:effectLst/>
                <a:uFillTx/>
                <a:latin typeface="Aptos"/>
              </a:rPr>
              <a:t> Implement secure role-based access control (RBAC) for </a:t>
            </a:r>
            <a:r>
              <a:rPr lang="en-IN" sz="2000" b="1" u="none" strike="noStrike">
                <a:solidFill>
                  <a:schemeClr val="dk1"/>
                </a:solidFill>
                <a:effectLst/>
                <a:uFillTx/>
                <a:latin typeface="Aptos"/>
              </a:rPr>
              <a:t>Administrators, Security Analysts, and Developers</a:t>
            </a:r>
            <a:r>
              <a:rPr lang="en-IN" sz="2000" b="0" u="none" strike="noStrike">
                <a:solidFill>
                  <a:schemeClr val="dk1"/>
                </a:solidFill>
                <a:effectLst/>
                <a:uFillTx/>
                <a:latin typeface="Aptos"/>
              </a:rPr>
              <a:t>, ensuring that each role has appropriate permissions and responsibilities. </a:t>
            </a:r>
            <a:endParaRPr lang="en-IN" sz="2000" b="0" u="none" strike="noStrike">
              <a:solidFill>
                <a:srgbClr val="000000"/>
              </a:solidFill>
              <a:effectLst/>
              <a:uFillTx/>
              <a:latin typeface="Arial"/>
            </a:endParaRPr>
          </a:p>
          <a:p>
            <a:pPr marL="285840" indent="-285840" algn="just" defTabSz="914400">
              <a:lnSpc>
                <a:spcPct val="100000"/>
              </a:lnSpc>
              <a:buClr>
                <a:srgbClr val="000000"/>
              </a:buClr>
              <a:buFont typeface="Arial"/>
              <a:buChar char="•"/>
            </a:pPr>
            <a:r>
              <a:rPr lang="en-IN" sz="2000" b="1" u="none" strike="noStrike">
                <a:solidFill>
                  <a:schemeClr val="dk1"/>
                </a:solidFill>
                <a:effectLst/>
                <a:uFillTx/>
                <a:latin typeface="Aptos"/>
              </a:rPr>
              <a:t>Vulnerability Lifecycle Management:</a:t>
            </a:r>
            <a:r>
              <a:rPr lang="en-IN" sz="2000" b="0" u="none" strike="noStrike">
                <a:solidFill>
                  <a:schemeClr val="dk1"/>
                </a:solidFill>
                <a:effectLst/>
                <a:uFillTx/>
                <a:latin typeface="Aptos"/>
              </a:rPr>
              <a:t> Maintain the complete lifecycle of vulnerabilities, including </a:t>
            </a:r>
            <a:r>
              <a:rPr lang="en-IN" sz="2000" b="1" u="none" strike="noStrike">
                <a:solidFill>
                  <a:schemeClr val="dk1"/>
                </a:solidFill>
                <a:effectLst/>
                <a:uFillTx/>
                <a:latin typeface="Aptos"/>
              </a:rPr>
              <a:t>reporting, assigning, remediation, verification, and closure</a:t>
            </a:r>
            <a:r>
              <a:rPr lang="en-IN" sz="2000" b="0" u="none" strike="noStrike">
                <a:solidFill>
                  <a:schemeClr val="dk1"/>
                </a:solidFill>
                <a:effectLst/>
                <a:uFillTx/>
                <a:latin typeface="Aptos"/>
              </a:rPr>
              <a:t>, so that every vulnerability can be tracked from identification to resolution. </a:t>
            </a:r>
            <a:endParaRPr lang="en-IN" sz="2000" b="0" u="none" strike="noStrike">
              <a:solidFill>
                <a:srgbClr val="000000"/>
              </a:solidFill>
              <a:effectLst/>
              <a:uFillTx/>
              <a:latin typeface="Arial"/>
            </a:endParaRPr>
          </a:p>
          <a:p>
            <a:pPr marL="285840" indent="-285840" algn="just" defTabSz="914400">
              <a:lnSpc>
                <a:spcPct val="100000"/>
              </a:lnSpc>
              <a:buClr>
                <a:srgbClr val="000000"/>
              </a:buClr>
              <a:buFont typeface="Arial"/>
              <a:buChar char="•"/>
            </a:pPr>
            <a:r>
              <a:rPr lang="en-IN" sz="2000" b="1" u="none" strike="noStrike">
                <a:solidFill>
                  <a:schemeClr val="dk1"/>
                </a:solidFill>
                <a:effectLst/>
                <a:uFillTx/>
                <a:latin typeface="Aptos"/>
              </a:rPr>
              <a:t>Vulnerability Prioritization:</a:t>
            </a:r>
            <a:r>
              <a:rPr lang="en-IN" sz="2000" b="0" u="none" strike="noStrike">
                <a:solidFill>
                  <a:schemeClr val="dk1"/>
                </a:solidFill>
                <a:effectLst/>
                <a:uFillTx/>
                <a:latin typeface="Aptos"/>
              </a:rPr>
              <a:t> Classify vulnerabilities based on their </a:t>
            </a:r>
            <a:r>
              <a:rPr lang="en-IN" sz="2000" b="1" u="none" strike="noStrike">
                <a:solidFill>
                  <a:schemeClr val="dk1"/>
                </a:solidFill>
                <a:effectLst/>
                <a:uFillTx/>
                <a:latin typeface="Aptos"/>
              </a:rPr>
              <a:t>severity levels</a:t>
            </a:r>
            <a:r>
              <a:rPr lang="en-IN" sz="2000" b="0" u="none" strike="noStrike">
                <a:solidFill>
                  <a:schemeClr val="dk1"/>
                </a:solidFill>
                <a:effectLst/>
                <a:uFillTx/>
                <a:latin typeface="Aptos"/>
              </a:rPr>
              <a:t> and provide clear visibility into critical and high-priority security issues. </a:t>
            </a:r>
            <a:endParaRPr lang="en-IN" sz="2000" b="0" u="none" strike="noStrike">
              <a:solidFill>
                <a:srgbClr val="000000"/>
              </a:solidFill>
              <a:effectLst/>
              <a:uFillTx/>
              <a:latin typeface="Arial"/>
            </a:endParaRPr>
          </a:p>
          <a:p>
            <a:pPr marL="285840" indent="-285840" algn="just" defTabSz="914400">
              <a:lnSpc>
                <a:spcPct val="100000"/>
              </a:lnSpc>
              <a:buClr>
                <a:srgbClr val="000000"/>
              </a:buClr>
              <a:buFont typeface="Arial"/>
              <a:buChar char="•"/>
            </a:pPr>
            <a:r>
              <a:rPr lang="en-IN" sz="2000" b="1" u="none" strike="noStrike">
                <a:solidFill>
                  <a:schemeClr val="dk1"/>
                </a:solidFill>
                <a:effectLst/>
                <a:uFillTx/>
                <a:latin typeface="Aptos"/>
              </a:rPr>
              <a:t>Automated Notifications:</a:t>
            </a:r>
            <a:r>
              <a:rPr lang="en-IN" sz="2000" b="0" u="none" strike="noStrike">
                <a:solidFill>
                  <a:schemeClr val="dk1"/>
                </a:solidFill>
                <a:effectLst/>
                <a:uFillTx/>
                <a:latin typeface="Aptos"/>
              </a:rPr>
              <a:t> Generate automated </a:t>
            </a:r>
            <a:r>
              <a:rPr lang="en-IN" sz="2000" b="1" u="none" strike="noStrike">
                <a:solidFill>
                  <a:schemeClr val="dk1"/>
                </a:solidFill>
                <a:effectLst/>
                <a:uFillTx/>
                <a:latin typeface="Aptos"/>
              </a:rPr>
              <a:t>email notifications and alerts</a:t>
            </a:r>
            <a:r>
              <a:rPr lang="en-IN" sz="2000" b="0" u="none" strike="noStrike">
                <a:solidFill>
                  <a:schemeClr val="dk1"/>
                </a:solidFill>
                <a:effectLst/>
                <a:uFillTx/>
                <a:latin typeface="Aptos"/>
              </a:rPr>
              <a:t> for new vulnerability assignments, status changes, and approaching remediation deadlines. </a:t>
            </a:r>
            <a:endParaRPr lang="en-IN" sz="2000" b="0" u="none" strike="noStrike">
              <a:solidFill>
                <a:srgbClr val="000000"/>
              </a:solidFill>
              <a:effectLst/>
              <a:uFillTx/>
              <a:latin typeface="Arial"/>
            </a:endParaRPr>
          </a:p>
          <a:p>
            <a:pPr marL="285840" indent="-285840" algn="just" defTabSz="914400">
              <a:lnSpc>
                <a:spcPct val="100000"/>
              </a:lnSpc>
              <a:buClr>
                <a:srgbClr val="000000"/>
              </a:buClr>
              <a:buFont typeface="Arial"/>
              <a:buChar char="•"/>
            </a:pPr>
            <a:r>
              <a:rPr lang="en-IN" sz="2000" b="1" u="none" strike="noStrike">
                <a:solidFill>
                  <a:schemeClr val="dk1"/>
                </a:solidFill>
                <a:effectLst/>
                <a:uFillTx/>
                <a:latin typeface="Aptos"/>
              </a:rPr>
              <a:t>Visual Analytics and Dashboard:</a:t>
            </a:r>
            <a:r>
              <a:rPr lang="en-IN" sz="2000" b="0" u="none" strike="noStrike">
                <a:solidFill>
                  <a:schemeClr val="dk1"/>
                </a:solidFill>
                <a:effectLst/>
                <a:uFillTx/>
                <a:latin typeface="Aptos"/>
              </a:rPr>
              <a:t> Provide a centralized dashboard showing the status of </a:t>
            </a:r>
            <a:r>
              <a:rPr lang="en-IN" sz="2000" b="1" u="none" strike="noStrike">
                <a:solidFill>
                  <a:schemeClr val="dk1"/>
                </a:solidFill>
                <a:effectLst/>
                <a:uFillTx/>
                <a:latin typeface="Aptos"/>
              </a:rPr>
              <a:t>open, critical, resolved, and closed vulnerabilities</a:t>
            </a:r>
            <a:r>
              <a:rPr lang="en-IN" sz="2000" b="0" u="none" strike="noStrike">
                <a:solidFill>
                  <a:schemeClr val="dk1"/>
                </a:solidFill>
                <a:effectLst/>
                <a:uFillTx/>
                <a:latin typeface="Aptos"/>
              </a:rPr>
              <a:t>, along with reports and visual analytics for better decision-making. </a:t>
            </a:r>
            <a:endParaRPr lang="en-IN" sz="2000" b="0" u="none" strike="noStrike">
              <a:solidFill>
                <a:srgbClr val="000000"/>
              </a:solidFill>
              <a:effectLst/>
              <a:uFillTx/>
              <a:latin typeface="Arial"/>
            </a:endParaRPr>
          </a:p>
          <a:p>
            <a:pPr marL="285840" indent="-285840" algn="just" defTabSz="914400">
              <a:lnSpc>
                <a:spcPct val="100000"/>
              </a:lnSpc>
              <a:buClr>
                <a:srgbClr val="000000"/>
              </a:buClr>
              <a:buFont typeface="Arial"/>
              <a:buChar char="•"/>
            </a:pPr>
            <a:r>
              <a:rPr lang="en-IN" sz="2000" b="1" u="none" strike="noStrike">
                <a:solidFill>
                  <a:schemeClr val="dk1"/>
                </a:solidFill>
                <a:effectLst/>
                <a:uFillTx/>
                <a:latin typeface="Aptos"/>
              </a:rPr>
              <a:t>Audit and Activity Tracking:</a:t>
            </a:r>
            <a:r>
              <a:rPr lang="en-IN" sz="2000" b="0" u="none" strike="noStrike">
                <a:solidFill>
                  <a:schemeClr val="dk1"/>
                </a:solidFill>
                <a:effectLst/>
                <a:uFillTx/>
                <a:latin typeface="Aptos"/>
              </a:rPr>
              <a:t> Maintain audit logs of important user and system activities to provide accountability and traceability throughout the vulnerability management process. </a:t>
            </a:r>
            <a:endParaRPr lang="en-IN" sz="2000" b="0" u="none" strike="noStrike">
              <a:solidFill>
                <a:srgbClr val="000000"/>
              </a:solidFill>
              <a:effectLst/>
              <a:uFillTx/>
              <a:latin typeface="Arial"/>
            </a:endParaRPr>
          </a:p>
          <a:p>
            <a:pPr marL="285840" indent="-285840" algn="just" defTabSz="914400">
              <a:lnSpc>
                <a:spcPct val="100000"/>
              </a:lnSpc>
              <a:buClr>
                <a:srgbClr val="000000"/>
              </a:buClr>
              <a:buFont typeface="Arial"/>
              <a:buChar char="•"/>
            </a:pPr>
            <a:r>
              <a:rPr lang="en-IN" sz="2000" b="1" u="none" strike="noStrike">
                <a:solidFill>
                  <a:schemeClr val="dk1"/>
                </a:solidFill>
                <a:effectLst/>
                <a:uFillTx/>
                <a:latin typeface="Aptos"/>
              </a:rPr>
              <a:t>Microservices-Based Architecture:</a:t>
            </a:r>
            <a:r>
              <a:rPr lang="en-IN" sz="2000" b="0" u="none" strike="noStrike">
                <a:solidFill>
                  <a:schemeClr val="dk1"/>
                </a:solidFill>
                <a:effectLst/>
                <a:uFillTx/>
                <a:latin typeface="Aptos"/>
              </a:rPr>
              <a:t> Develop the system using independent microservices for authentication, user management, vulnerability tracking, remediation, notification, and auditing to improve </a:t>
            </a:r>
            <a:r>
              <a:rPr lang="en-IN" sz="2000" b="1" u="none" strike="noStrike">
                <a:solidFill>
                  <a:schemeClr val="dk1"/>
                </a:solidFill>
                <a:effectLst/>
                <a:uFillTx/>
                <a:latin typeface="Aptos"/>
              </a:rPr>
              <a:t>modularity, scalability, and maintainability</a:t>
            </a:r>
            <a:r>
              <a:rPr lang="en-IN" sz="2000" b="0" u="none" strike="noStrike">
                <a:solidFill>
                  <a:schemeClr val="dk1"/>
                </a:solidFill>
                <a:effectLst/>
                <a:uFillTx/>
                <a:latin typeface="Aptos"/>
              </a:rPr>
              <a:t>. </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TextBox 1"/>
          <p:cNvSpPr/>
          <p:nvPr/>
        </p:nvSpPr>
        <p:spPr>
          <a:xfrm>
            <a:off x="4560480" y="136440"/>
            <a:ext cx="3070080" cy="5223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IN" sz="2800" b="1" u="none" strike="noStrike">
                <a:solidFill>
                  <a:srgbClr val="0064C8"/>
                </a:solidFill>
                <a:effectLst/>
                <a:uFillTx/>
                <a:latin typeface="Times New Roman"/>
                <a:ea typeface="Cambria"/>
              </a:rPr>
              <a:t>Literature Survey</a:t>
            </a:r>
            <a:endParaRPr lang="en-IN" sz="2800" b="0" u="none" strike="noStrike">
              <a:solidFill>
                <a:srgbClr val="000000"/>
              </a:solidFill>
              <a:effectLst/>
              <a:uFillTx/>
              <a:latin typeface="Arial"/>
            </a:endParaRPr>
          </a:p>
        </p:txBody>
      </p:sp>
      <p:sp>
        <p:nvSpPr>
          <p:cNvPr id="176" name="PlaceHolder 1"/>
          <p:cNvSpPr>
            <a:spLocks noGrp="1"/>
          </p:cNvSpPr>
          <p:nvPr>
            <p:ph type="dt" idx="78"/>
          </p:nvPr>
        </p:nvSpPr>
        <p:spPr>
          <a:xfrm>
            <a:off x="838080" y="6356520"/>
            <a:ext cx="2742480" cy="36432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Aptos"/>
            </a:endParaRPr>
          </a:p>
        </p:txBody>
      </p:sp>
      <p:sp>
        <p:nvSpPr>
          <p:cNvPr id="177" name="PlaceHolder 2"/>
          <p:cNvSpPr>
            <a:spLocks noGrp="1"/>
          </p:cNvSpPr>
          <p:nvPr>
            <p:ph type="ftr" idx="79"/>
          </p:nvPr>
        </p:nvSpPr>
        <p:spPr>
          <a:xfrm>
            <a:off x="4038480" y="6356520"/>
            <a:ext cx="4114080" cy="364320"/>
          </a:xfrm>
          <a:prstGeom prst="rect">
            <a:avLst/>
          </a:prstGeom>
          <a:noFill/>
          <a:ln w="0">
            <a:noFill/>
          </a:ln>
        </p:spPr>
        <p:txBody>
          <a:bodyPr lIns="91440" tIns="45720" rIns="91440" bIns="45720" anchor="ctr">
            <a:noAutofit/>
          </a:bodyPr>
          <a:p>
            <a:pPr indent="0" algn="l">
              <a:buNone/>
            </a:pPr>
            <a:endParaRPr lang="en-IN" sz="1400" b="0" u="none" strike="noStrike">
              <a:solidFill>
                <a:srgbClr val="000000"/>
              </a:solidFill>
              <a:effectLst/>
              <a:uFillTx/>
              <a:latin typeface="Times New Roman"/>
            </a:endParaRPr>
          </a:p>
        </p:txBody>
      </p:sp>
      <p:pic>
        <p:nvPicPr>
          <p:cNvPr id="178" name="Picture 5"/>
          <p:cNvPicPr/>
          <p:nvPr/>
        </p:nvPicPr>
        <p:blipFill>
          <a:blip r:embed="rId1"/>
          <a:stretch/>
        </p:blipFill>
        <p:spPr>
          <a:xfrm>
            <a:off x="10249560" y="0"/>
            <a:ext cx="1941840" cy="621720"/>
          </a:xfrm>
          <a:prstGeom prst="rect">
            <a:avLst/>
          </a:prstGeom>
          <a:noFill/>
          <a:ln w="0">
            <a:noFill/>
          </a:ln>
        </p:spPr>
      </p:pic>
      <p:graphicFrame>
        <p:nvGraphicFramePr>
          <p:cNvPr id="179" name="Content Placeholder 3"/>
          <p:cNvGraphicFramePr/>
          <p:nvPr/>
        </p:nvGraphicFramePr>
        <p:xfrm>
          <a:off x="275040" y="689760"/>
          <a:ext cx="11642040" cy="5127840"/>
        </p:xfrm>
        <a:graphic>
          <a:graphicData uri="http://schemas.openxmlformats.org/drawingml/2006/table">
            <a:tbl>
              <a:tblPr/>
              <a:tblGrid>
                <a:gridCol w="1089000"/>
                <a:gridCol w="2275200"/>
                <a:gridCol w="2476080"/>
                <a:gridCol w="2936520"/>
                <a:gridCol w="2865600"/>
              </a:tblGrid>
              <a:tr h="387720">
                <a:tc>
                  <a:txBody>
                    <a:bodyPr anchor="t">
                      <a:noAutofit/>
                    </a:bodyPr>
                    <a:p>
                      <a:pPr algn="ctr" defTabSz="914400">
                        <a:lnSpc>
                          <a:spcPct val="100000"/>
                        </a:lnSpc>
                      </a:pPr>
                      <a:r>
                        <a:rPr lang="en-US" sz="1800" b="0" u="none" strike="noStrike">
                          <a:solidFill>
                            <a:schemeClr val="dk1"/>
                          </a:solidFill>
                          <a:effectLst/>
                          <a:uFillTx/>
                          <a:latin typeface="Times New Roman"/>
                        </a:rPr>
                        <a:t>Authors</a:t>
                      </a:r>
                      <a:endParaRPr lang="en-IN" sz="1800" b="0" u="none" strike="noStrike">
                        <a:solidFill>
                          <a:srgbClr val="000000"/>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rgbClr val="FFFF00"/>
                    </a:solidFill>
                  </a:tcPr>
                </a:tc>
                <a:tc>
                  <a:txBody>
                    <a:bodyPr anchor="t">
                      <a:noAutofit/>
                    </a:bodyPr>
                    <a:p>
                      <a:pPr algn="ctr" defTabSz="914400">
                        <a:lnSpc>
                          <a:spcPct val="100000"/>
                        </a:lnSpc>
                        <a:tabLst>
                          <a:tab pos="0" algn="l"/>
                        </a:tabLst>
                      </a:pPr>
                      <a:r>
                        <a:rPr lang="en-US" sz="1800" b="0" u="none" strike="noStrike">
                          <a:solidFill>
                            <a:schemeClr val="dk1"/>
                          </a:solidFill>
                          <a:effectLst/>
                          <a:uFillTx/>
                          <a:latin typeface="Times New Roman"/>
                        </a:rPr>
                        <a:t>Title of the Paper</a:t>
                      </a:r>
                      <a:endParaRPr lang="en-IN" sz="1800" b="0" u="none" strike="noStrike">
                        <a:solidFill>
                          <a:srgbClr val="000000"/>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rgbClr val="FFFF00"/>
                    </a:solidFill>
                  </a:tcPr>
                </a:tc>
                <a:tc>
                  <a:txBody>
                    <a:bodyPr anchor="t">
                      <a:noAutofit/>
                    </a:bodyPr>
                    <a:p>
                      <a:pPr algn="ctr" defTabSz="914400">
                        <a:lnSpc>
                          <a:spcPct val="100000"/>
                        </a:lnSpc>
                      </a:pPr>
                      <a:r>
                        <a:rPr lang="en-US" sz="1800" b="0" u="none" strike="noStrike">
                          <a:solidFill>
                            <a:schemeClr val="dk1"/>
                          </a:solidFill>
                          <a:effectLst/>
                          <a:uFillTx/>
                          <a:latin typeface="Times New Roman"/>
                        </a:rPr>
                        <a:t>Methodology</a:t>
                      </a:r>
                      <a:endParaRPr lang="en-IN" sz="1800" b="0" u="none" strike="noStrike">
                        <a:solidFill>
                          <a:srgbClr val="000000"/>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rgbClr val="FFFF00"/>
                    </a:solidFill>
                  </a:tcPr>
                </a:tc>
                <a:tc>
                  <a:txBody>
                    <a:bodyPr anchor="t">
                      <a:noAutofit/>
                    </a:bodyPr>
                    <a:p>
                      <a:pPr algn="ctr" defTabSz="914400">
                        <a:lnSpc>
                          <a:spcPct val="100000"/>
                        </a:lnSpc>
                      </a:pPr>
                      <a:r>
                        <a:rPr lang="en-US" sz="1800" b="0" u="none" strike="noStrike">
                          <a:solidFill>
                            <a:schemeClr val="dk1"/>
                          </a:solidFill>
                          <a:effectLst/>
                          <a:uFillTx/>
                          <a:latin typeface="Times New Roman"/>
                        </a:rPr>
                        <a:t>Inferences</a:t>
                      </a:r>
                      <a:endParaRPr lang="en-IN" sz="1800" b="0" u="none" strike="noStrike">
                        <a:solidFill>
                          <a:srgbClr val="000000"/>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rgbClr val="FFFF00"/>
                    </a:solidFill>
                  </a:tcPr>
                </a:tc>
                <a:tc>
                  <a:txBody>
                    <a:bodyPr anchor="t">
                      <a:noAutofit/>
                    </a:bodyPr>
                    <a:p>
                      <a:pPr algn="ctr" defTabSz="914400">
                        <a:lnSpc>
                          <a:spcPct val="100000"/>
                        </a:lnSpc>
                      </a:pPr>
                      <a:r>
                        <a:rPr lang="en-US" sz="1800" b="0" u="none" strike="noStrike">
                          <a:solidFill>
                            <a:schemeClr val="dk1"/>
                          </a:solidFill>
                          <a:effectLst/>
                          <a:uFillTx/>
                          <a:latin typeface="Times New Roman"/>
                        </a:rPr>
                        <a:t>Limitation/Future work</a:t>
                      </a:r>
                      <a:endParaRPr lang="en-IN" sz="1800" b="0" u="none" strike="noStrike">
                        <a:solidFill>
                          <a:srgbClr val="000000"/>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rgbClr val="FFFF00"/>
                    </a:solidFill>
                  </a:tcPr>
                </a:tc>
              </a:tr>
              <a:tr h="1541880">
                <a:tc>
                  <a:txBody>
                    <a:bodyPr anchor="t">
                      <a:noAutofit/>
                    </a:bodyPr>
                    <a:p>
                      <a:pPr defTabSz="914400">
                        <a:lnSpc>
                          <a:spcPct val="100000"/>
                        </a:lnSpc>
                      </a:pPr>
                      <a:r>
                        <a:rPr lang="en-IN" sz="1400" b="0" u="none" strike="noStrike">
                          <a:solidFill>
                            <a:srgbClr val="FF0000"/>
                          </a:solidFill>
                          <a:effectLst/>
                          <a:uFillTx/>
                          <a:latin typeface="Times New Roman"/>
                        </a:rPr>
                        <a:t>Hilal et. al. [</a:t>
                      </a:r>
                      <a:r>
                        <a:rPr lang="en-IN" sz="1400" b="1" u="none" strike="noStrike">
                          <a:solidFill>
                            <a:srgbClr val="FF0000"/>
                          </a:solidFill>
                          <a:effectLst/>
                          <a:uFillTx/>
                          <a:latin typeface="Times New Roman"/>
                        </a:rPr>
                        <a:t>3</a:t>
                      </a:r>
                      <a:r>
                        <a:rPr lang="en-IN" sz="1400" b="0" u="none" strike="noStrike">
                          <a:solidFill>
                            <a:srgbClr val="FF0000"/>
                          </a:solidFill>
                          <a:effectLst/>
                          <a:uFillTx/>
                          <a:latin typeface="Times New Roman"/>
                        </a:rPr>
                        <a:t>]</a:t>
                      </a:r>
                      <a:endParaRPr lang="en-IN" sz="1400" b="0" u="none" strike="noStrike">
                        <a:solidFill>
                          <a:srgbClr val="FFFFFF"/>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chemeClr val="accent1">
                        <a:alpha val="20000"/>
                      </a:schemeClr>
                    </a:solidFill>
                  </a:tcPr>
                </a:tc>
                <a:tc>
                  <a:txBody>
                    <a:bodyPr anchor="t">
                      <a:noAutofit/>
                    </a:bodyPr>
                    <a:p>
                      <a:pPr defTabSz="914400">
                        <a:lnSpc>
                          <a:spcPct val="100000"/>
                        </a:lnSpc>
                      </a:pPr>
                      <a:r>
                        <a:rPr lang="en-IN" sz="1400" b="0" u="none" strike="noStrike">
                          <a:solidFill>
                            <a:srgbClr val="FF0000"/>
                          </a:solidFill>
                          <a:effectLst/>
                          <a:uFillTx/>
                          <a:latin typeface="Times New Roman"/>
                        </a:rPr>
                        <a:t>Intelligent Epileptic Seizure Detection and Classification Model Using Optimal Deep Canonical Sparse Autoencoder, </a:t>
                      </a:r>
                      <a:r>
                        <a:rPr lang="en-IN" sz="1400" b="1" u="none" strike="noStrike">
                          <a:solidFill>
                            <a:srgbClr val="FF0000"/>
                          </a:solidFill>
                          <a:effectLst/>
                          <a:uFillTx/>
                          <a:latin typeface="Times New Roman"/>
                        </a:rPr>
                        <a:t>Biology, 2022-mdpi</a:t>
                      </a:r>
                      <a:endParaRPr lang="en-IN" sz="1400" b="0" u="none" strike="noStrike">
                        <a:solidFill>
                          <a:srgbClr val="FFFFFF"/>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chemeClr val="accent1">
                        <a:alpha val="20000"/>
                      </a:schemeClr>
                    </a:solidFill>
                  </a:tcPr>
                </a:tc>
                <a:tc>
                  <a:txBody>
                    <a:bodyPr anchor="t">
                      <a:noAutofit/>
                    </a:bodyPr>
                    <a:p>
                      <a:pPr marL="285840" indent="-285840" algn="just" defTabSz="914400">
                        <a:lnSpc>
                          <a:spcPct val="100000"/>
                        </a:lnSpc>
                        <a:buClr>
                          <a:srgbClr val="000000"/>
                        </a:buClr>
                        <a:buFont typeface="Arial"/>
                        <a:buChar char="•"/>
                      </a:pPr>
                      <a:r>
                        <a:rPr lang="en-IN" sz="1400" b="1" u="none" strike="noStrike">
                          <a:solidFill>
                            <a:srgbClr val="FF0000"/>
                          </a:solidFill>
                          <a:effectLst/>
                          <a:uFillTx/>
                          <a:latin typeface="Times New Roman"/>
                        </a:rPr>
                        <a:t>Coyote optimization algorithm </a:t>
                      </a:r>
                      <a:r>
                        <a:rPr lang="en-IN" sz="1400" b="0" u="none" strike="noStrike">
                          <a:solidFill>
                            <a:srgbClr val="FF0000"/>
                          </a:solidFill>
                          <a:effectLst/>
                          <a:uFillTx/>
                          <a:latin typeface="Times New Roman"/>
                        </a:rPr>
                        <a:t>(COA) for feature selection </a:t>
                      </a:r>
                      <a:endParaRPr lang="en-IN" sz="1400" b="0" u="none" strike="noStrike">
                        <a:solidFill>
                          <a:srgbClr val="FFFFFF"/>
                        </a:solidFill>
                        <a:effectLst/>
                        <a:uFillTx/>
                        <a:latin typeface="Arial"/>
                      </a:endParaRPr>
                    </a:p>
                    <a:p>
                      <a:pPr marL="285840" indent="-285840" algn="just" defTabSz="914400">
                        <a:lnSpc>
                          <a:spcPct val="100000"/>
                        </a:lnSpc>
                        <a:buClr>
                          <a:srgbClr val="000000"/>
                        </a:buClr>
                        <a:buFont typeface="Arial"/>
                        <a:buChar char="•"/>
                      </a:pPr>
                      <a:r>
                        <a:rPr lang="en-IN" sz="1400" b="1" u="none" strike="noStrike">
                          <a:solidFill>
                            <a:srgbClr val="FF0000"/>
                          </a:solidFill>
                          <a:effectLst/>
                          <a:uFillTx/>
                          <a:latin typeface="Times New Roman"/>
                        </a:rPr>
                        <a:t>Krill herd algorithm </a:t>
                      </a:r>
                      <a:r>
                        <a:rPr lang="en-IN" sz="1400" b="0" u="none" strike="noStrike">
                          <a:solidFill>
                            <a:srgbClr val="FF0000"/>
                          </a:solidFill>
                          <a:effectLst/>
                          <a:uFillTx/>
                          <a:latin typeface="Times New Roman"/>
                        </a:rPr>
                        <a:t>(KHA) for parameter tuning</a:t>
                      </a:r>
                      <a:endParaRPr lang="en-IN" sz="1400" b="0" u="none" strike="noStrike">
                        <a:solidFill>
                          <a:srgbClr val="FFFFFF"/>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chemeClr val="accent1">
                        <a:alpha val="20000"/>
                      </a:schemeClr>
                    </a:solidFill>
                  </a:tcPr>
                </a:tc>
                <a:tc>
                  <a:txBody>
                    <a:bodyPr anchor="t">
                      <a:noAutofit/>
                    </a:bodyPr>
                    <a:p>
                      <a:pPr marL="285840" indent="-285840" algn="just" defTabSz="914400">
                        <a:lnSpc>
                          <a:spcPct val="100000"/>
                        </a:lnSpc>
                        <a:buClr>
                          <a:srgbClr val="000000"/>
                        </a:buClr>
                        <a:buFont typeface="Arial"/>
                        <a:buChar char="•"/>
                      </a:pPr>
                      <a:r>
                        <a:rPr lang="en-IN" sz="1400" b="0" u="none" strike="noStrike">
                          <a:solidFill>
                            <a:srgbClr val="FF0000"/>
                          </a:solidFill>
                          <a:effectLst/>
                          <a:uFillTx/>
                          <a:latin typeface="Times New Roman"/>
                        </a:rPr>
                        <a:t>intelligent deep canonical sparse autoencoder-based epileptic seizure detection and classification model using EEG signals. </a:t>
                      </a:r>
                      <a:endParaRPr lang="en-IN" sz="1400" b="0" u="none" strike="noStrike">
                        <a:solidFill>
                          <a:srgbClr val="FFFFFF"/>
                        </a:solidFill>
                        <a:effectLst/>
                        <a:uFillTx/>
                        <a:latin typeface="Arial"/>
                      </a:endParaRPr>
                    </a:p>
                    <a:p>
                      <a:pPr marL="285840" indent="-285840" algn="just" defTabSz="914400">
                        <a:lnSpc>
                          <a:spcPct val="100000"/>
                        </a:lnSpc>
                        <a:buClr>
                          <a:srgbClr val="000000"/>
                        </a:buClr>
                        <a:buFont typeface="Arial"/>
                        <a:buChar char="•"/>
                      </a:pPr>
                      <a:r>
                        <a:rPr lang="en-IN" sz="1400" b="0" u="none" strike="noStrike">
                          <a:solidFill>
                            <a:srgbClr val="FF0000"/>
                          </a:solidFill>
                          <a:effectLst/>
                          <a:uFillTx/>
                          <a:latin typeface="Times New Roman"/>
                        </a:rPr>
                        <a:t>It achieves a </a:t>
                      </a:r>
                      <a:r>
                        <a:rPr lang="en-IN" sz="1400" b="1" u="none" strike="noStrike">
                          <a:solidFill>
                            <a:srgbClr val="FF0000"/>
                          </a:solidFill>
                          <a:effectLst/>
                          <a:uFillTx/>
                          <a:latin typeface="Times New Roman"/>
                        </a:rPr>
                        <a:t>maximum</a:t>
                      </a:r>
                      <a:r>
                        <a:rPr lang="en-IN" sz="1400" b="0" u="none" strike="noStrike">
                          <a:solidFill>
                            <a:srgbClr val="FF0000"/>
                          </a:solidFill>
                          <a:effectLst/>
                          <a:uFillTx/>
                          <a:latin typeface="Times New Roman"/>
                        </a:rPr>
                        <a:t> </a:t>
                      </a:r>
                      <a:r>
                        <a:rPr lang="en-IN" sz="1400" b="1" u="none" strike="noStrike">
                          <a:solidFill>
                            <a:srgbClr val="FF0000"/>
                          </a:solidFill>
                          <a:effectLst/>
                          <a:uFillTx/>
                          <a:latin typeface="Times New Roman"/>
                        </a:rPr>
                        <a:t>accuracy</a:t>
                      </a:r>
                      <a:r>
                        <a:rPr lang="en-IN" sz="1400" b="0" u="none" strike="noStrike">
                          <a:solidFill>
                            <a:srgbClr val="FF0000"/>
                          </a:solidFill>
                          <a:effectLst/>
                          <a:uFillTx/>
                          <a:latin typeface="Times New Roman"/>
                        </a:rPr>
                        <a:t> of </a:t>
                      </a:r>
                      <a:r>
                        <a:rPr lang="en-IN" sz="1400" b="1" u="none" strike="noStrike">
                          <a:solidFill>
                            <a:srgbClr val="FF0000"/>
                          </a:solidFill>
                          <a:effectLst/>
                          <a:uFillTx/>
                          <a:latin typeface="Times New Roman"/>
                        </a:rPr>
                        <a:t>98.67% </a:t>
                      </a:r>
                      <a:r>
                        <a:rPr lang="en-IN" sz="1400" b="0" u="none" strike="noStrike">
                          <a:solidFill>
                            <a:srgbClr val="FF0000"/>
                          </a:solidFill>
                          <a:effectLst/>
                          <a:uFillTx/>
                          <a:latin typeface="Times New Roman"/>
                        </a:rPr>
                        <a:t>and </a:t>
                      </a:r>
                      <a:r>
                        <a:rPr lang="en-IN" sz="1400" b="1" u="none" strike="noStrike">
                          <a:solidFill>
                            <a:srgbClr val="FF0000"/>
                          </a:solidFill>
                          <a:effectLst/>
                          <a:uFillTx/>
                          <a:latin typeface="Times New Roman"/>
                        </a:rPr>
                        <a:t>98.73%</a:t>
                      </a:r>
                      <a:r>
                        <a:rPr lang="en-IN" sz="1400" b="0" u="none" strike="noStrike">
                          <a:solidFill>
                            <a:srgbClr val="FF0000"/>
                          </a:solidFill>
                          <a:effectLst/>
                          <a:uFillTx/>
                          <a:latin typeface="Times New Roman"/>
                        </a:rPr>
                        <a:t> under </a:t>
                      </a:r>
                      <a:r>
                        <a:rPr lang="en-IN" sz="1400" b="1" u="none" strike="noStrike">
                          <a:solidFill>
                            <a:srgbClr val="FF0000"/>
                          </a:solidFill>
                          <a:effectLst/>
                          <a:uFillTx/>
                          <a:latin typeface="Times New Roman"/>
                        </a:rPr>
                        <a:t>binary</a:t>
                      </a:r>
                      <a:r>
                        <a:rPr lang="en-IN" sz="1400" b="0" u="none" strike="noStrike">
                          <a:solidFill>
                            <a:srgbClr val="FF0000"/>
                          </a:solidFill>
                          <a:effectLst/>
                          <a:uFillTx/>
                          <a:latin typeface="Times New Roman"/>
                        </a:rPr>
                        <a:t> and </a:t>
                      </a:r>
                      <a:r>
                        <a:rPr lang="en-IN" sz="1400" b="1" u="none" strike="noStrike">
                          <a:solidFill>
                            <a:srgbClr val="FF0000"/>
                          </a:solidFill>
                          <a:effectLst/>
                          <a:uFillTx/>
                          <a:latin typeface="Times New Roman"/>
                        </a:rPr>
                        <a:t>multi-classification,</a:t>
                      </a:r>
                      <a:r>
                        <a:rPr lang="en-IN" sz="1400" b="0" u="none" strike="noStrike">
                          <a:solidFill>
                            <a:srgbClr val="FF0000"/>
                          </a:solidFill>
                          <a:effectLst/>
                          <a:uFillTx/>
                          <a:latin typeface="Times New Roman"/>
                        </a:rPr>
                        <a:t> respectively.</a:t>
                      </a:r>
                      <a:endParaRPr lang="en-IN" sz="1400" b="0" u="none" strike="noStrike">
                        <a:solidFill>
                          <a:srgbClr val="FFFFFF"/>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chemeClr val="accent1">
                        <a:alpha val="20000"/>
                      </a:schemeClr>
                    </a:solidFill>
                  </a:tcPr>
                </a:tc>
                <a:tc>
                  <a:txBody>
                    <a:bodyPr anchor="t">
                      <a:noAutofit/>
                    </a:bodyPr>
                    <a:p>
                      <a:pPr marL="285840" indent="-285840" defTabSz="914400">
                        <a:lnSpc>
                          <a:spcPct val="100000"/>
                        </a:lnSpc>
                        <a:buClr>
                          <a:srgbClr val="FF0000"/>
                        </a:buClr>
                        <a:buFont typeface="Arial"/>
                        <a:buChar char="•"/>
                      </a:pPr>
                      <a:r>
                        <a:rPr lang="en-IN" sz="1400" b="0" u="none" strike="noStrike">
                          <a:solidFill>
                            <a:srgbClr val="FF0000"/>
                          </a:solidFill>
                          <a:effectLst/>
                          <a:uFillTx/>
                          <a:latin typeface="Times New Roman"/>
                        </a:rPr>
                        <a:t>The paper does not mention the specific limitations of the proposed </a:t>
                      </a:r>
                      <a:r>
                        <a:rPr lang="en-IN" sz="1400" b="1" u="none" strike="noStrike">
                          <a:solidFill>
                            <a:srgbClr val="FF0000"/>
                          </a:solidFill>
                          <a:effectLst/>
                          <a:uFillTx/>
                          <a:latin typeface="Times New Roman"/>
                        </a:rPr>
                        <a:t>DCSAE-ESDC </a:t>
                      </a:r>
                      <a:r>
                        <a:rPr lang="en-IN" sz="1400" b="0" u="none" strike="noStrike">
                          <a:solidFill>
                            <a:srgbClr val="FF0000"/>
                          </a:solidFill>
                          <a:effectLst/>
                          <a:uFillTx/>
                          <a:latin typeface="Times New Roman"/>
                        </a:rPr>
                        <a:t>technique or the experimental analysis conducted using the benchmark epileptic seizure dataset</a:t>
                      </a:r>
                      <a:endParaRPr lang="en-IN" sz="1400" b="0" u="none" strike="noStrike">
                        <a:solidFill>
                          <a:srgbClr val="FFFFFF"/>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chemeClr val="accent1">
                        <a:alpha val="20000"/>
                      </a:schemeClr>
                    </a:solidFill>
                  </a:tcPr>
                </a:tc>
              </a:tr>
              <a:tr h="1354320">
                <a:tc>
                  <a:txBody>
                    <a:bodyPr anchor="t">
                      <a:noAutofit/>
                    </a:bodyPr>
                    <a:p>
                      <a:pPr defTabSz="914400">
                        <a:lnSpc>
                          <a:spcPct val="100000"/>
                        </a:lnSpc>
                      </a:pPr>
                      <a:r>
                        <a:rPr lang="en-IN" sz="1400" b="0" u="none" strike="noStrike">
                          <a:solidFill>
                            <a:srgbClr val="FF0000"/>
                          </a:solidFill>
                          <a:effectLst/>
                          <a:uFillTx/>
                          <a:latin typeface="Aptos"/>
                        </a:rPr>
                        <a:t>Smith et al.</a:t>
                      </a:r>
                      <a:endParaRPr lang="en-IN" sz="1400" b="0" u="none" strike="noStrike">
                        <a:solidFill>
                          <a:srgbClr val="000000"/>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noFill/>
                  </a:tcPr>
                </a:tc>
                <a:tc>
                  <a:txBody>
                    <a:bodyPr anchor="t">
                      <a:noAutofit/>
                    </a:bodyPr>
                    <a:p>
                      <a:pPr defTabSz="914400">
                        <a:lnSpc>
                          <a:spcPct val="100000"/>
                        </a:lnSpc>
                      </a:pPr>
                      <a:r>
                        <a:rPr lang="en-IN" sz="1400" b="0" u="none" strike="noStrike">
                          <a:solidFill>
                            <a:srgbClr val="FF0000"/>
                          </a:solidFill>
                          <a:effectLst/>
                          <a:uFillTx/>
                          <a:latin typeface="Aptos"/>
                        </a:rPr>
                        <a:t>2023, </a:t>
                      </a:r>
                      <a:r>
                        <a:rPr lang="en-IN" sz="1400" b="0" i="1" u="none" strike="noStrike">
                          <a:solidFill>
                            <a:srgbClr val="FF0000"/>
                          </a:solidFill>
                          <a:effectLst/>
                          <a:uFillTx/>
                          <a:latin typeface="Aptos"/>
                        </a:rPr>
                        <a:t>IEEE Cloud</a:t>
                      </a:r>
                      <a:endParaRPr lang="en-IN" sz="1400" b="0" u="none" strike="noStrike">
                        <a:solidFill>
                          <a:srgbClr val="000000"/>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noFill/>
                  </a:tcPr>
                </a:tc>
                <a:tc>
                  <a:txBody>
                    <a:bodyPr anchor="t">
                      <a:noAutofit/>
                    </a:bodyPr>
                    <a:p>
                      <a:pPr marL="285840" indent="-285840" defTabSz="914400">
                        <a:lnSpc>
                          <a:spcPct val="100000"/>
                        </a:lnSpc>
                        <a:buClr>
                          <a:srgbClr val="000000"/>
                        </a:buClr>
                        <a:buFont typeface="Arial"/>
                        <a:buChar char="•"/>
                      </a:pPr>
                      <a:r>
                        <a:rPr lang="en-IN" sz="1400" b="0" u="none" strike="noStrike">
                          <a:solidFill>
                            <a:srgbClr val="FF0000"/>
                          </a:solidFill>
                          <a:effectLst/>
                          <a:uFillTx/>
                          <a:latin typeface="Aptos"/>
                        </a:rPr>
                        <a:t>Used </a:t>
                      </a:r>
                      <a:r>
                        <a:rPr lang="en-IN" sz="1400" b="1" u="none" strike="noStrike">
                          <a:solidFill>
                            <a:srgbClr val="FF0000"/>
                          </a:solidFill>
                          <a:effectLst/>
                          <a:uFillTx/>
                          <a:latin typeface="Aptos"/>
                        </a:rPr>
                        <a:t>CVSS scoring</a:t>
                      </a:r>
                      <a:r>
                        <a:rPr lang="en-IN" sz="1400" b="0" u="none" strike="noStrike">
                          <a:solidFill>
                            <a:srgbClr val="FF0000"/>
                          </a:solidFill>
                          <a:effectLst/>
                          <a:uFillTx/>
                          <a:latin typeface="Aptos"/>
                        </a:rPr>
                        <a:t> along with cloud-native API integration for asset discovery and automated ticket generation.</a:t>
                      </a:r>
                      <a:endParaRPr lang="en-IN" sz="1400" b="0" u="none" strike="noStrike">
                        <a:solidFill>
                          <a:srgbClr val="000000"/>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noFill/>
                  </a:tcPr>
                </a:tc>
                <a:tc>
                  <a:txBody>
                    <a:bodyPr anchor="t">
                      <a:noAutofit/>
                    </a:bodyPr>
                    <a:p>
                      <a:pPr marL="285840" indent="-285840" defTabSz="914400">
                        <a:lnSpc>
                          <a:spcPct val="100000"/>
                        </a:lnSpc>
                        <a:buClr>
                          <a:srgbClr val="000000"/>
                        </a:buClr>
                        <a:buFont typeface="Arial"/>
                        <a:buChar char="•"/>
                      </a:pPr>
                      <a:r>
                        <a:rPr lang="en-IN" sz="1400" b="0" u="none" strike="noStrike">
                          <a:solidFill>
                            <a:srgbClr val="FF0000"/>
                          </a:solidFill>
                          <a:effectLst/>
                          <a:uFillTx/>
                          <a:latin typeface="Aptos"/>
                        </a:rPr>
                        <a:t>Automated ticket generation achieved a reported </a:t>
                      </a:r>
                      <a:r>
                        <a:rPr lang="en-IN" sz="1400" b="1" u="none" strike="noStrike">
                          <a:solidFill>
                            <a:srgbClr val="FF0000"/>
                          </a:solidFill>
                          <a:effectLst/>
                          <a:uFillTx/>
                          <a:latin typeface="Aptos"/>
                        </a:rPr>
                        <a:t>40% reduction in Mean Time to Remediate (MTTR)</a:t>
                      </a:r>
                      <a:r>
                        <a:rPr lang="en-IN" sz="1400" b="0" u="none" strike="noStrike">
                          <a:solidFill>
                            <a:srgbClr val="FF0000"/>
                          </a:solidFill>
                          <a:effectLst/>
                          <a:uFillTx/>
                          <a:latin typeface="Aptos"/>
                        </a:rPr>
                        <a:t>.</a:t>
                      </a:r>
                      <a:endParaRPr lang="en-IN" sz="1400" b="0" u="none" strike="noStrike">
                        <a:solidFill>
                          <a:srgbClr val="000000"/>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noFill/>
                  </a:tcPr>
                </a:tc>
                <a:tc>
                  <a:txBody>
                    <a:bodyPr anchor="t">
                      <a:noAutofit/>
                    </a:bodyPr>
                    <a:p>
                      <a:pPr marL="285840" indent="-285840" defTabSz="914400">
                        <a:lnSpc>
                          <a:spcPct val="100000"/>
                        </a:lnSpc>
                        <a:buClr>
                          <a:srgbClr val="FF0000"/>
                        </a:buClr>
                        <a:buFont typeface="Arial"/>
                        <a:buChar char="•"/>
                      </a:pPr>
                      <a:r>
                        <a:rPr lang="en-IN" sz="1400" b="0" u="none" strike="noStrike">
                          <a:solidFill>
                            <a:srgbClr val="FF0000"/>
                          </a:solidFill>
                          <a:effectLst/>
                          <a:uFillTx/>
                          <a:latin typeface="Aptos"/>
                        </a:rPr>
                        <a:t>Does not provide dynamic risk prioritization using real-time external threat-intelligence feeds.</a:t>
                      </a:r>
                      <a:endParaRPr lang="en-IN" sz="1400" b="0" u="none" strike="noStrike">
                        <a:solidFill>
                          <a:srgbClr val="000000"/>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noFill/>
                  </a:tcPr>
                </a:tc>
              </a:tr>
              <a:tr h="1354320">
                <a:tc>
                  <a:txBody>
                    <a:bodyPr anchor="t">
                      <a:noAutofit/>
                    </a:bodyPr>
                    <a:p>
                      <a:pPr defTabSz="914400">
                        <a:lnSpc>
                          <a:spcPct val="100000"/>
                        </a:lnSpc>
                      </a:pPr>
                      <a:r>
                        <a:rPr lang="en-IN" sz="1400" b="0" u="none" strike="noStrike">
                          <a:solidFill>
                            <a:srgbClr val="FF0000"/>
                          </a:solidFill>
                          <a:effectLst/>
                          <a:uFillTx/>
                          <a:latin typeface="Aptos"/>
                        </a:rPr>
                        <a:t>Johnson &amp; Lee</a:t>
                      </a:r>
                      <a:endParaRPr lang="en-IN" sz="1400" b="0" u="none" strike="noStrike">
                        <a:solidFill>
                          <a:srgbClr val="FFFFFF"/>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chemeClr val="accent1">
                        <a:alpha val="20000"/>
                      </a:schemeClr>
                    </a:solidFill>
                  </a:tcPr>
                </a:tc>
                <a:tc>
                  <a:txBody>
                    <a:bodyPr anchor="t">
                      <a:noAutofit/>
                    </a:bodyPr>
                    <a:p>
                      <a:pPr defTabSz="914400">
                        <a:lnSpc>
                          <a:spcPct val="100000"/>
                        </a:lnSpc>
                      </a:pPr>
                      <a:r>
                        <a:rPr lang="en-IN" sz="1400" b="0" u="none" strike="noStrike">
                          <a:solidFill>
                            <a:srgbClr val="FF0000"/>
                          </a:solidFill>
                          <a:effectLst/>
                          <a:uFillTx/>
                          <a:latin typeface="Aptos"/>
                        </a:rPr>
                        <a:t>2022, </a:t>
                      </a:r>
                      <a:r>
                        <a:rPr lang="en-IN" sz="1400" b="0" i="1" u="none" strike="noStrike">
                          <a:solidFill>
                            <a:srgbClr val="FF0000"/>
                          </a:solidFill>
                          <a:effectLst/>
                          <a:uFillTx/>
                          <a:latin typeface="Aptos"/>
                        </a:rPr>
                        <a:t>ACM Security</a:t>
                      </a:r>
                      <a:endParaRPr lang="en-IN" sz="1400" b="0" u="none" strike="noStrike">
                        <a:solidFill>
                          <a:srgbClr val="FFFFFF"/>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chemeClr val="accent1">
                        <a:alpha val="20000"/>
                      </a:schemeClr>
                    </a:solidFill>
                  </a:tcPr>
                </a:tc>
                <a:tc>
                  <a:txBody>
                    <a:bodyPr anchor="t">
                      <a:noAutofit/>
                    </a:bodyPr>
                    <a:p>
                      <a:pPr marL="285840" indent="-285840" defTabSz="914400">
                        <a:lnSpc>
                          <a:spcPct val="100000"/>
                        </a:lnSpc>
                        <a:buClr>
                          <a:srgbClr val="000000"/>
                        </a:buClr>
                        <a:buFont typeface="Arial"/>
                        <a:buChar char="•"/>
                      </a:pPr>
                      <a:r>
                        <a:rPr lang="en-IN" sz="1400" b="0" u="none" strike="noStrike">
                          <a:solidFill>
                            <a:srgbClr val="FF0000"/>
                          </a:solidFill>
                          <a:effectLst/>
                          <a:uFillTx/>
                          <a:latin typeface="Aptos"/>
                        </a:rPr>
                        <a:t>Applied </a:t>
                      </a:r>
                      <a:r>
                        <a:rPr lang="en-IN" sz="1400" b="1" u="none" strike="noStrike">
                          <a:solidFill>
                            <a:srgbClr val="FF0000"/>
                          </a:solidFill>
                          <a:effectLst/>
                          <a:uFillTx/>
                          <a:latin typeface="Aptos"/>
                        </a:rPr>
                        <a:t>Random Forest classification</a:t>
                      </a:r>
                      <a:r>
                        <a:rPr lang="en-IN" sz="1400" b="0" u="none" strike="noStrike">
                          <a:solidFill>
                            <a:srgbClr val="FF0000"/>
                          </a:solidFill>
                          <a:effectLst/>
                          <a:uFillTx/>
                          <a:latin typeface="Aptos"/>
                        </a:rPr>
                        <a:t> to predict the likelihood of vulnerability exploitation.</a:t>
                      </a:r>
                      <a:endParaRPr lang="en-IN" sz="1400" b="0" u="none" strike="noStrike">
                        <a:solidFill>
                          <a:srgbClr val="FFFFFF"/>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chemeClr val="accent1">
                        <a:alpha val="20000"/>
                      </a:schemeClr>
                    </a:solidFill>
                  </a:tcPr>
                </a:tc>
                <a:tc>
                  <a:txBody>
                    <a:bodyPr anchor="t">
                      <a:noAutofit/>
                    </a:bodyPr>
                    <a:p>
                      <a:pPr marL="285840" indent="-285840" defTabSz="914400">
                        <a:lnSpc>
                          <a:spcPct val="100000"/>
                        </a:lnSpc>
                        <a:buClr>
                          <a:srgbClr val="000000"/>
                        </a:buClr>
                        <a:buFont typeface="Arial"/>
                        <a:buChar char="•"/>
                      </a:pPr>
                      <a:r>
                        <a:rPr lang="en-IN" sz="1400" b="0" u="none" strike="noStrike">
                          <a:solidFill>
                            <a:srgbClr val="FF0000"/>
                          </a:solidFill>
                          <a:effectLst/>
                          <a:uFillTx/>
                          <a:latin typeface="Aptos"/>
                        </a:rPr>
                        <a:t>Categorized vulnerabilities into </a:t>
                      </a:r>
                      <a:r>
                        <a:rPr lang="en-IN" sz="1400" b="1" u="none" strike="noStrike">
                          <a:solidFill>
                            <a:srgbClr val="FF0000"/>
                          </a:solidFill>
                          <a:effectLst/>
                          <a:uFillTx/>
                          <a:latin typeface="Aptos"/>
                        </a:rPr>
                        <a:t>Critical, High, Medium, and Low</a:t>
                      </a:r>
                      <a:r>
                        <a:rPr lang="en-IN" sz="1400" b="0" u="none" strike="noStrike">
                          <a:solidFill>
                            <a:srgbClr val="FF0000"/>
                          </a:solidFill>
                          <a:effectLst/>
                          <a:uFillTx/>
                          <a:latin typeface="Aptos"/>
                        </a:rPr>
                        <a:t>, achieving about </a:t>
                      </a:r>
                      <a:r>
                        <a:rPr lang="en-IN" sz="1400" b="1" u="none" strike="noStrike">
                          <a:solidFill>
                            <a:srgbClr val="FF0000"/>
                          </a:solidFill>
                          <a:effectLst/>
                          <a:uFillTx/>
                          <a:latin typeface="Aptos"/>
                        </a:rPr>
                        <a:t>92% prediction accuracy</a:t>
                      </a:r>
                      <a:r>
                        <a:rPr lang="en-IN" sz="1400" b="0" u="none" strike="noStrike">
                          <a:solidFill>
                            <a:srgbClr val="FF0000"/>
                          </a:solidFill>
                          <a:effectLst/>
                          <a:uFillTx/>
                          <a:latin typeface="Aptos"/>
                        </a:rPr>
                        <a:t>.</a:t>
                      </a:r>
                      <a:endParaRPr lang="en-IN" sz="1400" b="0" u="none" strike="noStrike">
                        <a:solidFill>
                          <a:srgbClr val="FFFFFF"/>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chemeClr val="accent1">
                        <a:alpha val="20000"/>
                      </a:schemeClr>
                    </a:solidFill>
                  </a:tcPr>
                </a:tc>
                <a:tc>
                  <a:txBody>
                    <a:bodyPr anchor="t">
                      <a:noAutofit/>
                    </a:bodyPr>
                    <a:p>
                      <a:pPr marL="285840" indent="-285840" defTabSz="914400">
                        <a:lnSpc>
                          <a:spcPct val="100000"/>
                        </a:lnSpc>
                        <a:buClr>
                          <a:srgbClr val="FF0000"/>
                        </a:buClr>
                        <a:buFont typeface="Arial"/>
                        <a:buChar char="•"/>
                      </a:pPr>
                      <a:r>
                        <a:rPr lang="en-IN" sz="1400" b="0" u="none" strike="noStrike">
                          <a:solidFill>
                            <a:srgbClr val="FF0000"/>
                          </a:solidFill>
                          <a:effectLst/>
                          <a:uFillTx/>
                          <a:latin typeface="Aptos"/>
                        </a:rPr>
                        <a:t>Requires large and continuously updated datasets to remain accurate against emerging and zero-day threats.</a:t>
                      </a:r>
                      <a:endParaRPr lang="en-IN" sz="1400" b="0" u="none" strike="noStrike">
                        <a:solidFill>
                          <a:srgbClr val="FFFFFF"/>
                        </a:solidFill>
                        <a:effectLst/>
                        <a:uFillTx/>
                        <a:latin typeface="Arial"/>
                      </a:endParaRPr>
                    </a:p>
                  </a:txBody>
                  <a:tcPr anchor="t" marL="91440" marR="91440" marT="45720" marB="45720">
                    <a:lnL w="12240">
                      <a:solidFill>
                        <a:srgbClr val="156082"/>
                      </a:solidFill>
                      <a:prstDash val="solid"/>
                    </a:lnL>
                    <a:lnR w="12240">
                      <a:solidFill>
                        <a:srgbClr val="156082"/>
                      </a:solidFill>
                      <a:prstDash val="solid"/>
                    </a:lnR>
                    <a:lnT w="12240">
                      <a:solidFill>
                        <a:srgbClr val="156082"/>
                      </a:solidFill>
                      <a:prstDash val="solid"/>
                    </a:lnT>
                    <a:lnB w="12240">
                      <a:solidFill>
                        <a:srgbClr val="156082"/>
                      </a:solidFill>
                      <a:prstDash val="solid"/>
                    </a:lnB>
                    <a:solidFill>
                      <a:schemeClr val="accent1">
                        <a:alpha val="20000"/>
                      </a:schemeClr>
                    </a:solidFill>
                  </a:tcPr>
                </a:tc>
              </a:tr>
            </a:tbl>
          </a:graphicData>
        </a:graphic>
      </p:graphicFrame>
      <p:sp>
        <p:nvSpPr>
          <p:cNvPr id="4" name="PlaceHolder 3"/>
          <p:cNvSpPr>
            <a:spLocks noGrp="1"/>
          </p:cNvSpPr>
          <p:nvPr>
            <p:ph type="sldNum" idx="3"/>
          </p:nvPr>
        </p:nvSpPr>
        <p:spPr/>
        <p:txBody>
          <a:bodyPr/>
          <a:p>
            <a:fld id="{D081B4DD-BA78-4914-8C01-F4B39C9D84FA}"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TextBox 4"/>
          <p:cNvSpPr/>
          <p:nvPr/>
        </p:nvSpPr>
        <p:spPr>
          <a:xfrm>
            <a:off x="3048120" y="600120"/>
            <a:ext cx="6095160" cy="6454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3600" b="1" u="none" strike="noStrike">
                <a:solidFill>
                  <a:schemeClr val="dk1"/>
                </a:solidFill>
                <a:effectLst/>
                <a:uFillTx/>
                <a:latin typeface="Aptos"/>
              </a:rPr>
              <a:t>Problem Gap Identification</a:t>
            </a:r>
            <a:endParaRPr lang="en-IN" sz="3600" b="0" u="none" strike="noStrike">
              <a:solidFill>
                <a:srgbClr val="000000"/>
              </a:solidFill>
              <a:effectLst/>
              <a:uFillTx/>
              <a:latin typeface="Arial"/>
            </a:endParaRPr>
          </a:p>
        </p:txBody>
      </p:sp>
      <p:pic>
        <p:nvPicPr>
          <p:cNvPr id="181" name="Picture 2"/>
          <p:cNvPicPr/>
          <p:nvPr/>
        </p:nvPicPr>
        <p:blipFill>
          <a:blip r:embed="rId1"/>
          <a:stretch/>
        </p:blipFill>
        <p:spPr>
          <a:xfrm>
            <a:off x="10249560" y="0"/>
            <a:ext cx="1941840" cy="621720"/>
          </a:xfrm>
          <a:prstGeom prst="rect">
            <a:avLst/>
          </a:prstGeom>
          <a:noFill/>
          <a:ln w="0">
            <a:noFill/>
          </a:ln>
        </p:spPr>
      </p:pic>
      <p:sp>
        <p:nvSpPr>
          <p:cNvPr id="182" name="TextBox 3"/>
          <p:cNvSpPr/>
          <p:nvPr/>
        </p:nvSpPr>
        <p:spPr>
          <a:xfrm>
            <a:off x="2048400" y="1721160"/>
            <a:ext cx="8094600" cy="435852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en-IN" sz="2000" b="0" u="none" strike="noStrike">
                <a:solidFill>
                  <a:schemeClr val="dk1"/>
                </a:solidFill>
                <a:effectLst/>
                <a:uFillTx/>
                <a:latin typeface="Aptos"/>
              </a:rPr>
              <a:t>Traditional vulnerability tracking systems are often developed as </a:t>
            </a:r>
            <a:r>
              <a:rPr lang="en-IN" sz="2000" b="1" u="none" strike="noStrike">
                <a:solidFill>
                  <a:schemeClr val="dk1"/>
                </a:solidFill>
                <a:effectLst/>
                <a:uFillTx/>
                <a:latin typeface="Aptos"/>
              </a:rPr>
              <a:t>large monolithic applications</a:t>
            </a:r>
            <a:r>
              <a:rPr lang="en-IN" sz="2000" b="0" u="none" strike="noStrike">
                <a:solidFill>
                  <a:schemeClr val="dk1"/>
                </a:solidFill>
                <a:effectLst/>
                <a:uFillTx/>
                <a:latin typeface="Aptos"/>
              </a:rPr>
              <a:t>, which can become difficult to maintain and scale as the number of security events increases. Updating or modifying individual modules such as authentication, notifications, or vulnerability management can also affect the overall system. Another major gap is the lack of a </a:t>
            </a:r>
            <a:r>
              <a:rPr lang="en-IN" sz="2000" b="1" u="none" strike="noStrike">
                <a:solidFill>
                  <a:schemeClr val="dk1"/>
                </a:solidFill>
                <a:effectLst/>
                <a:uFillTx/>
                <a:latin typeface="Aptos"/>
              </a:rPr>
              <a:t>modular vulnerability management platform</a:t>
            </a:r>
            <a:r>
              <a:rPr lang="en-IN" sz="2000" b="0" u="none" strike="noStrike">
                <a:solidFill>
                  <a:schemeClr val="dk1"/>
                </a:solidFill>
                <a:effectLst/>
                <a:uFillTx/>
                <a:latin typeface="Aptos"/>
              </a:rPr>
              <a:t> that can efficiently connect authentication, user management, vulnerability tracking, remediation, and auditing. To address these limitations, the proposed system uses a </a:t>
            </a:r>
            <a:r>
              <a:rPr lang="en-IN" sz="2000" b="1" u="none" strike="noStrike">
                <a:solidFill>
                  <a:schemeClr val="dk1"/>
                </a:solidFill>
                <a:effectLst/>
                <a:uFillTx/>
                <a:latin typeface="Aptos"/>
              </a:rPr>
              <a:t>microservices-based architecture</a:t>
            </a:r>
            <a:r>
              <a:rPr lang="en-IN" sz="2000" b="0" u="none" strike="noStrike">
                <a:solidFill>
                  <a:schemeClr val="dk1"/>
                </a:solidFill>
                <a:effectLst/>
                <a:uFillTx/>
                <a:latin typeface="Aptos"/>
              </a:rPr>
              <a:t>, where each major function is developed as an independent service with REST API communication. This approach improves </a:t>
            </a:r>
            <a:r>
              <a:rPr lang="en-IN" sz="2000" b="1" u="none" strike="noStrike">
                <a:solidFill>
                  <a:schemeClr val="dk1"/>
                </a:solidFill>
                <a:effectLst/>
                <a:uFillTx/>
                <a:latin typeface="Aptos"/>
              </a:rPr>
              <a:t>scalability, maintainability, modularity, and flexibility</a:t>
            </a:r>
            <a:r>
              <a:rPr lang="en-IN" sz="2000" b="0" u="none" strike="noStrike">
                <a:solidFill>
                  <a:schemeClr val="dk1"/>
                </a:solidFill>
                <a:effectLst/>
                <a:uFillTx/>
                <a:latin typeface="Aptos"/>
              </a:rPr>
              <a:t>, while also reducing data coupling between services. </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TextBox 4"/>
          <p:cNvSpPr/>
          <p:nvPr/>
        </p:nvSpPr>
        <p:spPr>
          <a:xfrm>
            <a:off x="1893240" y="567360"/>
            <a:ext cx="8405280" cy="6454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3600" b="1" u="none" strike="noStrike">
                <a:solidFill>
                  <a:schemeClr val="dk1"/>
                </a:solidFill>
                <a:effectLst/>
                <a:uFillTx/>
                <a:latin typeface="Aptos"/>
              </a:rPr>
              <a:t>Innovation, Creativity, and Novelty</a:t>
            </a:r>
            <a:endParaRPr lang="en-IN" sz="3600" b="0" u="none" strike="noStrike">
              <a:solidFill>
                <a:srgbClr val="000000"/>
              </a:solidFill>
              <a:effectLst/>
              <a:uFillTx/>
              <a:latin typeface="Arial"/>
            </a:endParaRPr>
          </a:p>
        </p:txBody>
      </p:sp>
      <p:pic>
        <p:nvPicPr>
          <p:cNvPr id="184" name="Picture 2"/>
          <p:cNvPicPr/>
          <p:nvPr/>
        </p:nvPicPr>
        <p:blipFill>
          <a:blip r:embed="rId1"/>
          <a:stretch/>
        </p:blipFill>
        <p:spPr>
          <a:xfrm>
            <a:off x="10249560" y="0"/>
            <a:ext cx="1941840" cy="621720"/>
          </a:xfrm>
          <a:prstGeom prst="rect">
            <a:avLst/>
          </a:prstGeom>
          <a:noFill/>
          <a:ln w="0">
            <a:noFill/>
          </a:ln>
        </p:spPr>
      </p:pic>
      <p:sp>
        <p:nvSpPr>
          <p:cNvPr id="185" name="TextBox 5"/>
          <p:cNvSpPr/>
          <p:nvPr/>
        </p:nvSpPr>
        <p:spPr>
          <a:xfrm>
            <a:off x="2370600" y="1444320"/>
            <a:ext cx="7878240" cy="4968360"/>
          </a:xfrm>
          <a:prstGeom prst="rect">
            <a:avLst/>
          </a:prstGeom>
          <a:noFill/>
          <a:ln w="0">
            <a:noFill/>
          </a:ln>
        </p:spPr>
        <p:style>
          <a:lnRef idx="0"/>
          <a:fillRef idx="0"/>
          <a:effectRef idx="0"/>
          <a:fontRef idx="minor"/>
        </p:style>
        <p:txBody>
          <a:bodyPr lIns="90000" tIns="45000" rIns="90000" bIns="45000" anchor="t">
            <a:spAutoFit/>
          </a:bodyPr>
          <a:p>
            <a:pPr algn="just" defTabSz="914400">
              <a:lnSpc>
                <a:spcPct val="100000"/>
              </a:lnSpc>
            </a:pPr>
            <a:r>
              <a:rPr lang="en-IN" sz="2000" b="0" u="none" strike="noStrike">
                <a:solidFill>
                  <a:schemeClr val="dk1"/>
                </a:solidFill>
                <a:effectLst/>
                <a:uFillTx/>
                <a:latin typeface="Aptos"/>
              </a:rPr>
              <a:t>The proposed </a:t>
            </a:r>
            <a:r>
              <a:rPr lang="en-IN" sz="2000" b="1" u="none" strike="noStrike">
                <a:solidFill>
                  <a:schemeClr val="dk1"/>
                </a:solidFill>
                <a:effectLst/>
                <a:uFillTx/>
                <a:latin typeface="Aptos"/>
              </a:rPr>
              <a:t>Vulnerability Tracking and Remediation System</a:t>
            </a:r>
            <a:r>
              <a:rPr lang="en-IN" sz="2000" b="0" u="none" strike="noStrike">
                <a:solidFill>
                  <a:schemeClr val="dk1"/>
                </a:solidFill>
                <a:effectLst/>
                <a:uFillTx/>
                <a:latin typeface="Aptos"/>
              </a:rPr>
              <a:t> introduces a modular and scalable approach by using a </a:t>
            </a:r>
            <a:r>
              <a:rPr lang="en-IN" sz="2000" b="1" u="none" strike="noStrike">
                <a:solidFill>
                  <a:schemeClr val="dk1"/>
                </a:solidFill>
                <a:effectLst/>
                <a:uFillTx/>
                <a:latin typeface="Aptos"/>
              </a:rPr>
              <a:t>microservices-based architecture</a:t>
            </a:r>
            <a:r>
              <a:rPr lang="en-IN" sz="2000" b="0" u="none" strike="noStrike">
                <a:solidFill>
                  <a:schemeClr val="dk1"/>
                </a:solidFill>
                <a:effectLst/>
                <a:uFillTx/>
                <a:latin typeface="Aptos"/>
              </a:rPr>
              <a:t> instead of a traditional monolithic design. The system separates authentication, user management, vulnerability tracking, remediation, notification, and auditing into independent services, each with its own database. It uses </a:t>
            </a:r>
            <a:r>
              <a:rPr lang="en-IN" sz="2000" b="1" u="none" strike="noStrike">
                <a:solidFill>
                  <a:schemeClr val="dk1"/>
                </a:solidFill>
                <a:effectLst/>
                <a:uFillTx/>
                <a:latin typeface="Aptos"/>
              </a:rPr>
              <a:t>Spring Cloud Gateway and Eureka</a:t>
            </a:r>
            <a:r>
              <a:rPr lang="en-IN" sz="2000" b="0" u="none" strike="noStrike">
                <a:solidFill>
                  <a:schemeClr val="dk1"/>
                </a:solidFill>
                <a:effectLst/>
                <a:uFillTx/>
                <a:latin typeface="Aptos"/>
              </a:rPr>
              <a:t> for API routing and dynamic service discovery, while </a:t>
            </a:r>
            <a:r>
              <a:rPr lang="en-IN" sz="2000" b="1" u="none" strike="noStrike">
                <a:solidFill>
                  <a:schemeClr val="dk1"/>
                </a:solidFill>
                <a:effectLst/>
                <a:uFillTx/>
                <a:latin typeface="Aptos"/>
              </a:rPr>
              <a:t>RabbitMQ</a:t>
            </a:r>
            <a:r>
              <a:rPr lang="en-IN" sz="2000" b="0" u="none" strike="noStrike">
                <a:solidFill>
                  <a:schemeClr val="dk1"/>
                </a:solidFill>
                <a:effectLst/>
                <a:uFillTx/>
                <a:latin typeface="Aptos"/>
              </a:rPr>
              <a:t> enables asynchronous communication for notifications and audit activities. This combination provides better scalability, maintainability, and system resilience. The system also combines </a:t>
            </a:r>
            <a:r>
              <a:rPr lang="en-IN" sz="2000" b="1" u="none" strike="noStrike">
                <a:solidFill>
                  <a:schemeClr val="dk1"/>
                </a:solidFill>
                <a:effectLst/>
                <a:uFillTx/>
                <a:latin typeface="Aptos"/>
              </a:rPr>
              <a:t>role-based access control, complete vulnerability lifecycle management, automated notifications, audit logging, and visual analytics</a:t>
            </a:r>
            <a:r>
              <a:rPr lang="en-IN" sz="2000" b="0" u="none" strike="noStrike">
                <a:solidFill>
                  <a:schemeClr val="dk1"/>
                </a:solidFill>
                <a:effectLst/>
                <a:uFillTx/>
                <a:latin typeface="Aptos"/>
              </a:rPr>
              <a:t> in a single platform, providing security analysts, developers, and administrators with a unified environment for managing vulnerabilities efficiently. </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TextBox 6"/>
          <p:cNvSpPr/>
          <p:nvPr/>
        </p:nvSpPr>
        <p:spPr>
          <a:xfrm>
            <a:off x="1893240" y="567720"/>
            <a:ext cx="8405280" cy="6390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3600" b="1" u="none" strike="noStrike">
                <a:solidFill>
                  <a:schemeClr val="dk1"/>
                </a:solidFill>
                <a:effectLst/>
                <a:uFillTx/>
                <a:latin typeface="Aptos"/>
              </a:rPr>
              <a:t>Datasets Used</a:t>
            </a:r>
            <a:endParaRPr lang="en-IN" sz="3600" b="0" u="none" strike="noStrike">
              <a:solidFill>
                <a:srgbClr val="000000"/>
              </a:solidFill>
              <a:effectLst/>
              <a:uFillTx/>
              <a:latin typeface="Arial"/>
            </a:endParaRPr>
          </a:p>
        </p:txBody>
      </p:sp>
      <p:graphicFrame>
        <p:nvGraphicFramePr>
          <p:cNvPr id="187" name=""/>
          <p:cNvGraphicFramePr/>
          <p:nvPr/>
        </p:nvGraphicFramePr>
        <p:xfrm>
          <a:off x="1881720" y="1739520"/>
          <a:ext cx="9300960" cy="4664520"/>
        </p:xfrm>
        <a:graphic>
          <a:graphicData uri="http://schemas.openxmlformats.org/drawingml/2006/table">
            <a:tbl>
              <a:tblPr/>
              <a:tblGrid>
                <a:gridCol w="3098880"/>
                <a:gridCol w="3098880"/>
                <a:gridCol w="3103200"/>
              </a:tblGrid>
              <a:tr h="647280">
                <a:tc>
                  <a:txBody>
                    <a:bodyPr lIns="36000" tIns="36000" rIns="36000" bIns="36000" anchor="t">
                      <a:noAutofit/>
                    </a:bodyPr>
                    <a:p>
                      <a:pPr algn="ctr">
                        <a:spcBef>
                          <a:spcPts val="675"/>
                        </a:spcBef>
                        <a:spcAft>
                          <a:spcPts val="561"/>
                        </a:spcAft>
                      </a:pPr>
                      <a:r>
                        <a:rPr lang="en-IN" sz="1800" b="0" u="none" strike="noStrike">
                          <a:solidFill>
                            <a:srgbClr val="FFFFFF"/>
                          </a:solidFill>
                          <a:effectLst/>
                          <a:uFillTx/>
                          <a:latin typeface="Arial"/>
                        </a:rPr>
                        <a:t>Project Component</a:t>
                      </a:r>
                      <a:endParaRPr lang="en-IN" sz="1800" b="0" u="none" strike="noStrike">
                        <a:solidFill>
                          <a:srgbClr val="FFFFFF"/>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50938A"/>
                    </a:solidFill>
                  </a:tcPr>
                </a:tc>
                <a:tc>
                  <a:txBody>
                    <a:bodyPr lIns="36000" tIns="36000" rIns="36000" bIns="36000" anchor="t">
                      <a:noAutofit/>
                    </a:bodyPr>
                    <a:p>
                      <a:pPr algn="ctr">
                        <a:spcBef>
                          <a:spcPts val="675"/>
                        </a:spcBef>
                        <a:spcAft>
                          <a:spcPts val="561"/>
                        </a:spcAft>
                      </a:pPr>
                      <a:r>
                        <a:rPr lang="en-IN" sz="1800" b="0" u="none" strike="noStrike">
                          <a:solidFill>
                            <a:srgbClr val="FFFFFF"/>
                          </a:solidFill>
                          <a:effectLst/>
                          <a:uFillTx/>
                          <a:latin typeface="Arial"/>
                        </a:rPr>
                        <a:t>Dataset / Tool</a:t>
                      </a:r>
                      <a:endParaRPr lang="en-IN" sz="1800" b="0" u="none" strike="noStrike">
                        <a:solidFill>
                          <a:srgbClr val="FFFFFF"/>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50938A"/>
                    </a:solidFill>
                  </a:tcPr>
                </a:tc>
                <a:tc>
                  <a:txBody>
                    <a:bodyPr lIns="36000" tIns="36000" rIns="36000" bIns="36000" anchor="t">
                      <a:noAutofit/>
                    </a:bodyPr>
                    <a:p>
                      <a:pPr algn="ctr">
                        <a:spcBef>
                          <a:spcPts val="675"/>
                        </a:spcBef>
                        <a:spcAft>
                          <a:spcPts val="561"/>
                        </a:spcAft>
                      </a:pPr>
                      <a:r>
                        <a:rPr lang="en-IN" sz="1800" b="0" u="none" strike="noStrike">
                          <a:solidFill>
                            <a:srgbClr val="FFFFFF"/>
                          </a:solidFill>
                          <a:effectLst/>
                          <a:uFillTx/>
                          <a:latin typeface="Arial"/>
                        </a:rPr>
                        <a:t>Purpose</a:t>
                      </a:r>
                      <a:endParaRPr lang="en-IN" sz="1800" b="0" u="none" strike="noStrike">
                        <a:solidFill>
                          <a:srgbClr val="FFFFFF"/>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50938A"/>
                    </a:solidFill>
                  </a:tcPr>
                </a:tc>
              </a:tr>
              <a:tr h="285480">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Vulnerability Detection</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Devign</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Learn to identify vulnerable and non-vulnerable code</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r>
              <a:tr h="285480">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Vulnerability + Patch Relationship</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CVEFixes</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Connect vulnerable code with its fixed version</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r>
              <a:tr h="285480">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CWE Classification</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CVEFixes</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Identify and categorize vulnerability types</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r>
              <a:tr h="285480">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Severity</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NVD/CVE Metadata</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Provide CVSS-based vulnerability severity</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r>
              <a:tr h="285480">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Real-Time Scanning</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Semgrep</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Automatically scan uploaded source code for vulnerabilities</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r>
              <a:tr h="407880">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AI Remediation</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CVEFixes + LLM</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tIns="36000" rIns="36000" bIns="36000" anchor="t">
                      <a:noAutofit/>
                    </a:bodyPr>
                    <a:p>
                      <a:pPr algn="ctr">
                        <a:spcBef>
                          <a:spcPts val="675"/>
                        </a:spcBef>
                        <a:spcAft>
                          <a:spcPts val="561"/>
                        </a:spcAft>
                      </a:pPr>
                      <a:r>
                        <a:rPr lang="en-IN" sz="1800" b="0" u="none" strike="noStrike">
                          <a:solidFill>
                            <a:srgbClr val="000000"/>
                          </a:solidFill>
                          <a:effectLst/>
                          <a:uFillTx/>
                          <a:latin typeface="Arial"/>
                        </a:rPr>
                        <a:t>Learn remediation patterns and generate suggested fixes</a:t>
                      </a:r>
                      <a:endParaRPr lang="en-IN" sz="1800" b="0" u="none" strike="noStrike">
                        <a:solidFill>
                          <a:srgbClr val="000000"/>
                        </a:solidFill>
                        <a:effectLst/>
                        <a:uFillTx/>
                        <a:latin typeface="Arial"/>
                      </a:endParaRPr>
                    </a:p>
                  </a:txBody>
                  <a:tcPr anchor="t" marL="36000" marR="36000" marT="36000" marB="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TextBox 7"/>
          <p:cNvSpPr/>
          <p:nvPr/>
        </p:nvSpPr>
        <p:spPr>
          <a:xfrm>
            <a:off x="1893240" y="568080"/>
            <a:ext cx="8405280" cy="6390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3600" b="1" u="none" strike="noStrike">
                <a:solidFill>
                  <a:schemeClr val="dk1"/>
                </a:solidFill>
                <a:effectLst/>
                <a:uFillTx/>
                <a:latin typeface="Aptos"/>
              </a:rPr>
              <a:t>Implementation</a:t>
            </a:r>
            <a:endParaRPr lang="en-IN" sz="3600" b="0" u="none" strike="noStrike">
              <a:solidFill>
                <a:srgbClr val="000000"/>
              </a:solidFill>
              <a:effectLst/>
              <a:uFillTx/>
              <a:latin typeface="Arial"/>
            </a:endParaRPr>
          </a:p>
        </p:txBody>
      </p:sp>
      <p:pic>
        <p:nvPicPr>
          <p:cNvPr id="189" name=""/>
          <p:cNvPicPr/>
          <p:nvPr/>
        </p:nvPicPr>
        <p:blipFill>
          <a:blip r:embed="rId1"/>
          <a:stretch/>
        </p:blipFill>
        <p:spPr>
          <a:xfrm>
            <a:off x="244440" y="1440000"/>
            <a:ext cx="5155560" cy="2340000"/>
          </a:xfrm>
          <a:prstGeom prst="rect">
            <a:avLst/>
          </a:prstGeom>
          <a:noFill/>
          <a:ln w="38160">
            <a:noFill/>
          </a:ln>
        </p:spPr>
      </p:pic>
      <p:pic>
        <p:nvPicPr>
          <p:cNvPr id="190" name=""/>
          <p:cNvPicPr/>
          <p:nvPr/>
        </p:nvPicPr>
        <p:blipFill>
          <a:blip r:embed="rId2"/>
          <a:stretch/>
        </p:blipFill>
        <p:spPr>
          <a:xfrm>
            <a:off x="6108480" y="1440000"/>
            <a:ext cx="5771520" cy="2340000"/>
          </a:xfrm>
          <a:prstGeom prst="rect">
            <a:avLst/>
          </a:prstGeom>
          <a:noFill/>
          <a:ln w="38160">
            <a:noFill/>
          </a:ln>
        </p:spPr>
      </p:pic>
      <p:pic>
        <p:nvPicPr>
          <p:cNvPr id="191" name=""/>
          <p:cNvPicPr/>
          <p:nvPr/>
        </p:nvPicPr>
        <p:blipFill>
          <a:blip r:embed="rId3"/>
          <a:stretch/>
        </p:blipFill>
        <p:spPr>
          <a:xfrm>
            <a:off x="3242880" y="3960000"/>
            <a:ext cx="5937120" cy="2741040"/>
          </a:xfrm>
          <a:prstGeom prst="rect">
            <a:avLst/>
          </a:prstGeom>
          <a:noFill/>
          <a:ln w="3816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65</TotalTime>
  <Application>LibreOffice/26.8.0.3$Linux_X86_64 LibreOffice_project/680$Build-3</Application>
  <AppVersion>15.0000</AppVersion>
  <Words>204</Words>
  <Paragraphs>61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2026-08-08T06:33:56Z</dcterms:created>
  <dc:creator>srikanth ch</dc:creator>
  <dc:description/>
  <dc:language>en-IN</dc:language>
  <cp:lastModifiedBy/>
  <dcterms:modified xsi:type="dcterms:W3CDTF">2026-09-26T15:08:23Z</dcterms:modified>
  <cp:revision>34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vt:i4>
  </property>
  <property fmtid="{D5CDD505-2E9C-101B-9397-08002B2CF9AE}" pid="3" name="PresentationFormat">
    <vt:lpwstr>Widescreen</vt:lpwstr>
  </property>
  <property fmtid="{D5CDD505-2E9C-101B-9397-08002B2CF9AE}" pid="4" name="Slides">
    <vt:i4>8</vt:i4>
  </property>
</Properties>
</file>